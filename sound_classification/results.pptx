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5" r:id="rId1"/>
    <p:sldMasterId id="2147483716" r:id="rId2"/>
  </p:sldMasterIdLst>
  <p:notesMasterIdLst>
    <p:notesMasterId r:id="rId15"/>
  </p:notesMasterIdLst>
  <p:handoutMasterIdLst>
    <p:handoutMasterId r:id="rId16"/>
  </p:handoutMasterIdLst>
  <p:sldIdLst>
    <p:sldId id="296" r:id="rId3"/>
    <p:sldId id="298" r:id="rId4"/>
    <p:sldId id="287" r:id="rId5"/>
    <p:sldId id="299" r:id="rId6"/>
    <p:sldId id="297" r:id="rId7"/>
    <p:sldId id="300" r:id="rId8"/>
    <p:sldId id="305" r:id="rId9"/>
    <p:sldId id="303" r:id="rId10"/>
    <p:sldId id="301" r:id="rId11"/>
    <p:sldId id="304" r:id="rId12"/>
    <p:sldId id="302" r:id="rId13"/>
    <p:sldId id="281" r:id="rId14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7"/>
    </p:embeddedFont>
    <p:embeddedFont>
      <p:font typeface="Fira Sans Condensed" panose="020B0503050000020004" pitchFamily="34" charset="0"/>
      <p:regular r:id="rId18"/>
      <p:bold r:id="rId19"/>
      <p:italic r:id="rId20"/>
      <p:boldItalic r:id="rId21"/>
    </p:embeddedFont>
    <p:embeddedFont>
      <p:font typeface="Fira Sans Condensed ExtraBold" panose="020B0903050000020004" pitchFamily="34" charset="0"/>
      <p:bold r:id="rId22"/>
      <p:boldItalic r:id="rId23"/>
    </p:embeddedFont>
    <p:embeddedFont>
      <p:font typeface="微軟正黑體" panose="020B0604030504040204" pitchFamily="34" charset="-120"/>
      <p:regular r:id="rId24"/>
      <p:bold r:id="rId25"/>
    </p:embeddedFont>
    <p:embeddedFont>
      <p:font typeface="微軟正黑體" panose="020B0604030504040204" pitchFamily="34" charset="-120"/>
      <p:regular r:id="rId24"/>
      <p:bold r:id="rId25"/>
    </p:embeddedFont>
    <p:embeddedFont>
      <p:font typeface="標楷體" panose="03000509000000000000" pitchFamily="65" charset="-120"/>
      <p:regular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9E9"/>
    <a:srgbClr val="003300"/>
    <a:srgbClr val="99FF33"/>
    <a:srgbClr val="B28496"/>
    <a:srgbClr val="FF0066"/>
    <a:srgbClr val="C0B310"/>
    <a:srgbClr val="A78643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3D2B912-7716-4288-85A4-DB01C775FFF7}">
  <a:tblStyle styleId="{13D2B912-7716-4288-85A4-DB01C775FFF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FCB933F-17DF-46C9-B42F-74163C1C9B2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84555" autoAdjust="0"/>
  </p:normalViewPr>
  <p:slideViewPr>
    <p:cSldViewPr snapToGrid="0">
      <p:cViewPr varScale="1">
        <p:scale>
          <a:sx n="83" d="100"/>
          <a:sy n="83" d="100"/>
        </p:scale>
        <p:origin x="1378" y="11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22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1.xml"/><Relationship Id="rId21" Type="http://schemas.openxmlformats.org/officeDocument/2006/relationships/font" Target="fonts/font5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8.fntdata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59C18500-0B5E-27C5-FDE7-0C8C93A6F1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B8DDEB7-716F-6F0E-31A8-B9AF6D5CD8E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EA32A-030C-4EA0-9ED3-08AC6AE36388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F89275D-D962-6B46-9041-377E449052E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A739F27-D367-376E-94D7-6DEF5C8FDB0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9167FF-DE80-4E78-8D34-0AA268B901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64354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>
          <a:extLst>
            <a:ext uri="{FF2B5EF4-FFF2-40B4-BE49-F238E27FC236}">
              <a16:creationId xmlns:a16="http://schemas.microsoft.com/office/drawing/2014/main" id="{DAF9CCBD-8E71-3519-31E2-DDDB454D8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1183bf75ba_0_767:notes">
            <a:extLst>
              <a:ext uri="{FF2B5EF4-FFF2-40B4-BE49-F238E27FC236}">
                <a16:creationId xmlns:a16="http://schemas.microsoft.com/office/drawing/2014/main" id="{0B7DA08D-729F-FBBF-CD00-FDF3A4D332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31183bf75ba_0_767:notes">
            <a:extLst>
              <a:ext uri="{FF2B5EF4-FFF2-40B4-BE49-F238E27FC236}">
                <a16:creationId xmlns:a16="http://schemas.microsoft.com/office/drawing/2014/main" id="{CC27774B-376D-AF61-5522-86106FCA68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308835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altLang="zh-TW"/>
              <a:t>Sklearn</a:t>
            </a:r>
            <a:r>
              <a:rPr lang="zh-TW" altLang="en-US"/>
              <a:t> 的套件只能用一維，因此原本用程式轉出來的二維</a:t>
            </a:r>
            <a:r>
              <a:rPr lang="en-US" altLang="zh-TW"/>
              <a:t>MFCC</a:t>
            </a:r>
            <a:r>
              <a:rPr lang="zh-TW" altLang="en-US"/>
              <a:t>，要先把它轉成一維，所以我用取平均的方式。</a:t>
            </a:r>
          </a:p>
          <a:p>
            <a:pPr marL="158750" indent="0">
              <a:buNone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75249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TW" altLang="en-US"/>
              <a:t>先講一下</a:t>
            </a:r>
            <a:r>
              <a:rPr lang="en-US" altLang="zh-TW"/>
              <a:t>KNN</a:t>
            </a:r>
            <a:r>
              <a:rPr lang="zh-TW" altLang="en-US"/>
              <a:t>原理，</a:t>
            </a:r>
            <a:r>
              <a:rPr lang="en-US" altLang="zh-TW"/>
              <a:t>KNN</a:t>
            </a:r>
            <a:r>
              <a:rPr lang="zh-TW" altLang="en-US"/>
              <a:t>是假設有一個點，然後跟目前所有資料的點算距離，接著根據算出的距離排序，</a:t>
            </a:r>
            <a:r>
              <a:rPr lang="en-US" altLang="zh-TW"/>
              <a:t>KNN</a:t>
            </a:r>
            <a:r>
              <a:rPr lang="zh-TW" altLang="en-US"/>
              <a:t>會額外設定一個 </a:t>
            </a:r>
            <a:r>
              <a:rPr lang="en-US" altLang="zh-TW"/>
              <a:t>parameter</a:t>
            </a:r>
            <a:r>
              <a:rPr lang="zh-TW" altLang="en-US"/>
              <a:t> 是 </a:t>
            </a:r>
            <a:r>
              <a:rPr lang="en-US" altLang="zh-TW"/>
              <a:t>neighbor</a:t>
            </a:r>
            <a:r>
              <a:rPr lang="zh-TW" altLang="en-US"/>
              <a:t>，那麼我們看距離最近的 </a:t>
            </a:r>
            <a:r>
              <a:rPr lang="en-US" altLang="zh-TW"/>
              <a:t>K</a:t>
            </a:r>
            <a:r>
              <a:rPr lang="zh-TW" altLang="en-US"/>
              <a:t> 個鄰居，看看它的分類是哪個多，那麼測試資料就會被當成那個分類。</a:t>
            </a:r>
            <a:endParaRPr lang="en-US" altLang="zh-TW"/>
          </a:p>
          <a:p>
            <a:pPr marL="158750" indent="0">
              <a:buNone/>
            </a:pPr>
            <a:r>
              <a:rPr lang="zh-TW" altLang="en-US"/>
              <a:t>那這個 </a:t>
            </a:r>
            <a:r>
              <a:rPr lang="en-US" altLang="zh-TW"/>
              <a:t>KNN </a:t>
            </a:r>
            <a:r>
              <a:rPr lang="zh-TW" altLang="en-US"/>
              <a:t>聽起來很受限資料，但是表格裡面的準確率卻很高，於是我把</a:t>
            </a:r>
            <a:r>
              <a:rPr lang="en-US" altLang="zh-TW"/>
              <a:t>MFCC</a:t>
            </a:r>
            <a:r>
              <a:rPr lang="zh-TW" altLang="en-US"/>
              <a:t>用 </a:t>
            </a:r>
            <a:r>
              <a:rPr lang="en-US" altLang="zh-TW"/>
              <a:t>t-sne</a:t>
            </a:r>
            <a:r>
              <a:rPr lang="zh-TW" altLang="en-US"/>
              <a:t> 降維畫圖表示，發現正負樣本剛好有各自集中一個範圍。</a:t>
            </a:r>
            <a:endParaRPr lang="en-US" altLang="zh-TW"/>
          </a:p>
          <a:p>
            <a:pPr marL="158750" indent="0">
              <a:buNone/>
            </a:pPr>
            <a:r>
              <a:rPr lang="zh-TW" altLang="en-US"/>
              <a:t>然後因為我是用 </a:t>
            </a:r>
            <a:r>
              <a:rPr lang="en-US" altLang="zh-TW"/>
              <a:t>group k-fold</a:t>
            </a:r>
            <a:r>
              <a:rPr lang="zh-TW" altLang="en-US"/>
              <a:t> 隨機分而且每個影片長度又不一樣，所以會切出不一樣的片段，也會導致它會是訓練一個 </a:t>
            </a:r>
            <a:r>
              <a:rPr lang="en-US" altLang="zh-TW"/>
              <a:t>imbalanced dataset</a:t>
            </a:r>
            <a:r>
              <a:rPr lang="zh-TW" altLang="en-US"/>
              <a:t>，所以有時候如果正的資料比較高，它可能就比較容易預測正樣本，而 </a:t>
            </a:r>
            <a:r>
              <a:rPr lang="en-US" altLang="zh-TW"/>
              <a:t>precison</a:t>
            </a:r>
            <a:r>
              <a:rPr lang="zh-TW" altLang="en-US"/>
              <a:t> 偏高。</a:t>
            </a:r>
          </a:p>
        </p:txBody>
      </p:sp>
    </p:spTree>
    <p:extLst>
      <p:ext uri="{BB962C8B-B14F-4D97-AF65-F5344CB8AC3E}">
        <p14:creationId xmlns:p14="http://schemas.microsoft.com/office/powerpoint/2010/main" val="7772264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altLang="zh-TW"/>
              <a:t>Training</a:t>
            </a:r>
            <a:r>
              <a:rPr lang="zh-TW" altLang="en-US"/>
              <a:t> 準確高，但有些</a:t>
            </a:r>
            <a:r>
              <a:rPr lang="en-US" altLang="zh-TW"/>
              <a:t>fold</a:t>
            </a:r>
            <a:r>
              <a:rPr lang="zh-TW" altLang="en-US"/>
              <a:t>在測試 </a:t>
            </a:r>
            <a:r>
              <a:rPr lang="en-US" altLang="zh-TW"/>
              <a:t>validation</a:t>
            </a:r>
            <a:r>
              <a:rPr lang="zh-TW" altLang="en-US"/>
              <a:t> 的時候成效不佳，因此可能有 </a:t>
            </a:r>
            <a:r>
              <a:rPr lang="en-US" altLang="zh-TW"/>
              <a:t>overfitting</a:t>
            </a:r>
            <a:r>
              <a:rPr lang="zh-TW" altLang="en-US"/>
              <a:t>。</a:t>
            </a:r>
            <a:endParaRPr lang="en-US" altLang="zh-TW"/>
          </a:p>
          <a:p>
            <a:pPr marL="158750" indent="0">
              <a:buNone/>
            </a:pPr>
            <a:r>
              <a:rPr lang="en-US" altLang="zh-TW"/>
              <a:t>Precision </a:t>
            </a:r>
            <a:r>
              <a:rPr lang="zh-TW" altLang="en-US"/>
              <a:t>高代表很多偽陰性， </a:t>
            </a:r>
            <a:r>
              <a:rPr lang="en-US" altLang="zh-TW"/>
              <a:t>recall</a:t>
            </a:r>
            <a:r>
              <a:rPr lang="zh-TW" altLang="en-US"/>
              <a:t> 高代表很多偽陽，因此我覺得它訓練結果對於特定類別可以判斷更精準，但是另一個類別傾向亂猜。</a:t>
            </a:r>
          </a:p>
        </p:txBody>
      </p:sp>
    </p:spTree>
    <p:extLst>
      <p:ext uri="{BB962C8B-B14F-4D97-AF65-F5344CB8AC3E}">
        <p14:creationId xmlns:p14="http://schemas.microsoft.com/office/powerpoint/2010/main" val="36374504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TW" altLang="en-US"/>
              <a:t>在 </a:t>
            </a:r>
            <a:r>
              <a:rPr lang="en-US" altLang="zh-TW"/>
              <a:t>random forest</a:t>
            </a:r>
            <a:r>
              <a:rPr lang="zh-TW" altLang="en-US"/>
              <a:t> 的地方，</a:t>
            </a:r>
            <a:r>
              <a:rPr lang="en-US" altLang="zh-TW"/>
              <a:t>fold</a:t>
            </a:r>
            <a:r>
              <a:rPr lang="zh-TW" altLang="en-US"/>
              <a:t> 的結果有時會比單純只有一個 </a:t>
            </a:r>
            <a:r>
              <a:rPr lang="en-US" altLang="zh-TW"/>
              <a:t>decision tree</a:t>
            </a:r>
            <a:r>
              <a:rPr lang="zh-TW" altLang="en-US"/>
              <a:t>還好，但有時候會比較差，比較差的原因是，</a:t>
            </a:r>
            <a:r>
              <a:rPr lang="en-US" altLang="zh-TW"/>
              <a:t>random forest</a:t>
            </a:r>
            <a:r>
              <a:rPr lang="zh-TW" altLang="en-US"/>
              <a:t> 中每顆 </a:t>
            </a:r>
            <a:r>
              <a:rPr lang="en-US" altLang="zh-TW"/>
              <a:t>decision tree</a:t>
            </a:r>
            <a:r>
              <a:rPr lang="zh-TW" altLang="en-US"/>
              <a:t> 放大了某個特徵的影響，導致它難以區分正負樣本，而結果變比較好是因為 </a:t>
            </a:r>
            <a:r>
              <a:rPr lang="en-US" altLang="zh-TW"/>
              <a:t>random forest</a:t>
            </a:r>
            <a:r>
              <a:rPr lang="zh-TW" altLang="en-US"/>
              <a:t> 的演算法可以減少對 </a:t>
            </a:r>
            <a:r>
              <a:rPr lang="en-US" altLang="zh-TW"/>
              <a:t>noise </a:t>
            </a:r>
            <a:r>
              <a:rPr lang="zh-TW" altLang="en-US"/>
              <a:t>的影響，讓整個演算法的結果更 </a:t>
            </a:r>
            <a:r>
              <a:rPr lang="en-US" altLang="zh-TW"/>
              <a:t>robust</a:t>
            </a:r>
            <a:r>
              <a:rPr lang="zh-TW" altLang="en-US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6148164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B2F0E-B4A6-0B3B-167D-F1A2623BD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7CE8CFE-5482-1882-3339-A52AC711FB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0DE6E0E-FAC1-8126-5492-CB4D65E5C6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87972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DE623-C181-C256-9CE5-FE7B37254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70345E0-1B73-E80D-FA2D-68BF206BB2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FB153A1-1BF0-AD6B-45BF-3ED250368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79922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01413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DB6A3-655F-1149-1B2F-888432B68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FE1E01-21CB-B34D-CFC1-256DD7047A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DDD46F0-0D4F-5692-F60F-290B96A61B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05504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TW" altLang="en-US"/>
              <a:t>例如訓練集規模太大，訓練時難以收斂，但在規模小的 </a:t>
            </a:r>
            <a:r>
              <a:rPr lang="en-US" altLang="zh-TW"/>
              <a:t>validation set</a:t>
            </a:r>
            <a:r>
              <a:rPr lang="zh-TW" altLang="en-US"/>
              <a:t> 上卻表現良好，或是說他們的分布就不同。</a:t>
            </a:r>
          </a:p>
        </p:txBody>
      </p:sp>
    </p:spTree>
    <p:extLst>
      <p:ext uri="{BB962C8B-B14F-4D97-AF65-F5344CB8AC3E}">
        <p14:creationId xmlns:p14="http://schemas.microsoft.com/office/powerpoint/2010/main" val="21044945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1183bf75ba_0_7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31183bf75ba_0_7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/>
          <p:nvPr/>
        </p:nvSpPr>
        <p:spPr>
          <a:xfrm>
            <a:off x="-192025" y="-75375"/>
            <a:ext cx="9846125" cy="5262200"/>
          </a:xfrm>
          <a:custGeom>
            <a:avLst/>
            <a:gdLst/>
            <a:ahLst/>
            <a:cxnLst/>
            <a:rect l="l" t="t" r="r" b="b"/>
            <a:pathLst>
              <a:path w="393845" h="210488" extrusionOk="0">
                <a:moveTo>
                  <a:pt x="331671" y="1130"/>
                </a:moveTo>
                <a:lnTo>
                  <a:pt x="393845" y="91566"/>
                </a:lnTo>
                <a:lnTo>
                  <a:pt x="155775" y="678"/>
                </a:lnTo>
                <a:lnTo>
                  <a:pt x="80035" y="210488"/>
                </a:lnTo>
                <a:lnTo>
                  <a:pt x="0" y="122766"/>
                </a:lnTo>
                <a:lnTo>
                  <a:pt x="36400" y="0"/>
                </a:lnTo>
                <a:lnTo>
                  <a:pt x="30748" y="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952300" y="2191925"/>
            <a:ext cx="3645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title" idx="2" hasCustomPrompt="1"/>
          </p:nvPr>
        </p:nvSpPr>
        <p:spPr>
          <a:xfrm>
            <a:off x="952300" y="1400175"/>
            <a:ext cx="3645000" cy="75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952300" y="2992975"/>
            <a:ext cx="24459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body" idx="1"/>
          </p:nvPr>
        </p:nvSpPr>
        <p:spPr>
          <a:xfrm>
            <a:off x="843642" y="1533475"/>
            <a:ext cx="3500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/>
          <p:nvPr/>
        </p:nvSpPr>
        <p:spPr>
          <a:xfrm>
            <a:off x="3272750" y="-97150"/>
            <a:ext cx="6140900" cy="2477225"/>
          </a:xfrm>
          <a:custGeom>
            <a:avLst/>
            <a:gdLst/>
            <a:ahLst/>
            <a:cxnLst/>
            <a:rect l="l" t="t" r="r" b="b"/>
            <a:pathLst>
              <a:path w="245636" h="99089" extrusionOk="0">
                <a:moveTo>
                  <a:pt x="244332" y="34681"/>
                </a:moveTo>
                <a:lnTo>
                  <a:pt x="161411" y="261"/>
                </a:lnTo>
                <a:lnTo>
                  <a:pt x="245636" y="99089"/>
                </a:lnTo>
                <a:lnTo>
                  <a:pt x="3390" y="261"/>
                </a:ln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627071" y="55037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240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Fira Sans Condensed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>
            <a:off x="843650" y="1948825"/>
            <a:ext cx="3463500" cy="22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body" idx="2"/>
          </p:nvPr>
        </p:nvSpPr>
        <p:spPr>
          <a:xfrm>
            <a:off x="4686909" y="1533475"/>
            <a:ext cx="3463500" cy="27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title"/>
          </p:nvPr>
        </p:nvSpPr>
        <p:spPr>
          <a:xfrm>
            <a:off x="627071" y="55037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240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Fira Sans Condensed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ubTitle" idx="3"/>
          </p:nvPr>
        </p:nvSpPr>
        <p:spPr>
          <a:xfrm>
            <a:off x="851925" y="1544125"/>
            <a:ext cx="3463500" cy="4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9"/>
          <p:cNvSpPr txBox="1">
            <a:spLocks noGrp="1"/>
          </p:cNvSpPr>
          <p:nvPr>
            <p:ph type="title"/>
          </p:nvPr>
        </p:nvSpPr>
        <p:spPr>
          <a:xfrm>
            <a:off x="3027150" y="1328025"/>
            <a:ext cx="30897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body" idx="1"/>
          </p:nvPr>
        </p:nvSpPr>
        <p:spPr>
          <a:xfrm>
            <a:off x="2704950" y="2148525"/>
            <a:ext cx="3734100" cy="16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914400" lvl="1" indent="-342900" algn="ctr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algn="ctr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algn="ctr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ctr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algn="ctr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algn="ctr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algn="ctr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algn="ctr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82" name="Google Shape;82;p19"/>
          <p:cNvSpPr/>
          <p:nvPr/>
        </p:nvSpPr>
        <p:spPr>
          <a:xfrm>
            <a:off x="4610400" y="-392500"/>
            <a:ext cx="5156200" cy="3949700"/>
          </a:xfrm>
          <a:custGeom>
            <a:avLst/>
            <a:gdLst/>
            <a:ahLst/>
            <a:cxnLst/>
            <a:rect l="l" t="t" r="r" b="b"/>
            <a:pathLst>
              <a:path w="206248" h="157988" extrusionOk="0">
                <a:moveTo>
                  <a:pt x="0" y="8636"/>
                </a:moveTo>
                <a:lnTo>
                  <a:pt x="197104" y="157988"/>
                </a:lnTo>
                <a:lnTo>
                  <a:pt x="206248" y="134620"/>
                </a:lnTo>
                <a:lnTo>
                  <a:pt x="76708" y="0"/>
                </a:lnTo>
                <a:lnTo>
                  <a:pt x="188468" y="3810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/>
          <p:nvPr/>
        </p:nvSpPr>
        <p:spPr>
          <a:xfrm>
            <a:off x="4801575" y="-38575"/>
            <a:ext cx="4884671" cy="5239475"/>
          </a:xfrm>
          <a:custGeom>
            <a:avLst/>
            <a:gdLst/>
            <a:ahLst/>
            <a:cxnLst/>
            <a:rect l="l" t="t" r="r" b="b"/>
            <a:pathLst>
              <a:path w="182417" h="209579" extrusionOk="0">
                <a:moveTo>
                  <a:pt x="0" y="0"/>
                </a:moveTo>
                <a:lnTo>
                  <a:pt x="117908" y="209579"/>
                </a:lnTo>
                <a:lnTo>
                  <a:pt x="182417" y="209579"/>
                </a:lnTo>
                <a:lnTo>
                  <a:pt x="182417" y="0"/>
                </a:ln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chemeClr val="dk1">
                <a:alpha val="20000"/>
              </a:schemeClr>
            </a:outerShdw>
          </a:effectLst>
        </p:spPr>
      </p:sp>
      <p:sp>
        <p:nvSpPr>
          <p:cNvPr id="85" name="Google Shape;85;p20"/>
          <p:cNvSpPr txBox="1">
            <a:spLocks noGrp="1"/>
          </p:cNvSpPr>
          <p:nvPr>
            <p:ph type="title"/>
          </p:nvPr>
        </p:nvSpPr>
        <p:spPr>
          <a:xfrm>
            <a:off x="6185475" y="714750"/>
            <a:ext cx="2247000" cy="21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 txBox="1">
            <a:spLocks noGrp="1"/>
          </p:cNvSpPr>
          <p:nvPr>
            <p:ph type="subTitle" idx="1"/>
          </p:nvPr>
        </p:nvSpPr>
        <p:spPr>
          <a:xfrm>
            <a:off x="4640350" y="2229350"/>
            <a:ext cx="3229500" cy="36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8" name="Google Shape;88;p21"/>
          <p:cNvSpPr txBox="1">
            <a:spLocks noGrp="1"/>
          </p:cNvSpPr>
          <p:nvPr>
            <p:ph type="body" idx="2"/>
          </p:nvPr>
        </p:nvSpPr>
        <p:spPr>
          <a:xfrm>
            <a:off x="4640350" y="2628605"/>
            <a:ext cx="3837000" cy="225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9" name="Google Shape;89;p21"/>
          <p:cNvSpPr txBox="1">
            <a:spLocks noGrp="1"/>
          </p:cNvSpPr>
          <p:nvPr>
            <p:ph type="title"/>
          </p:nvPr>
        </p:nvSpPr>
        <p:spPr>
          <a:xfrm>
            <a:off x="627071" y="55037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240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Fira Sans Condensed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 txBox="1">
            <a:spLocks noGrp="1"/>
          </p:cNvSpPr>
          <p:nvPr>
            <p:ph type="title"/>
          </p:nvPr>
        </p:nvSpPr>
        <p:spPr>
          <a:xfrm>
            <a:off x="5700700" y="489675"/>
            <a:ext cx="2718300" cy="196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Fira Sans Condensed"/>
              <a:buNone/>
              <a:defRPr sz="3000" b="1"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Fira Sans Condensed"/>
              <a:buNone/>
              <a:defRPr sz="3000" b="1"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Fira Sans Condensed"/>
              <a:buNone/>
              <a:defRPr sz="3000" b="1"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Fira Sans Condensed"/>
              <a:buNone/>
              <a:defRPr sz="3000" b="1"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Fira Sans Condensed"/>
              <a:buNone/>
              <a:defRPr sz="3000" b="1"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Fira Sans Condensed"/>
              <a:buNone/>
              <a:defRPr sz="3000" b="1"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Fira Sans Condensed"/>
              <a:buNone/>
              <a:defRPr sz="3000" b="1"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Fira Sans Condensed"/>
              <a:buNone/>
              <a:defRPr sz="3000" b="1"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92" name="Google Shape;92;p22"/>
          <p:cNvSpPr/>
          <p:nvPr/>
        </p:nvSpPr>
        <p:spPr>
          <a:xfrm flipH="1">
            <a:off x="-416600" y="-242575"/>
            <a:ext cx="2959250" cy="2662175"/>
          </a:xfrm>
          <a:custGeom>
            <a:avLst/>
            <a:gdLst/>
            <a:ahLst/>
            <a:cxnLst/>
            <a:rect l="l" t="t" r="r" b="b"/>
            <a:pathLst>
              <a:path w="118370" h="106487" extrusionOk="0">
                <a:moveTo>
                  <a:pt x="59571" y="4938"/>
                </a:moveTo>
                <a:lnTo>
                  <a:pt x="118370" y="63737"/>
                </a:lnTo>
                <a:lnTo>
                  <a:pt x="0" y="0"/>
                </a:lnTo>
                <a:lnTo>
                  <a:pt x="118216" y="106487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38000"/>
              </a:srgbClr>
            </a:outerShdw>
          </a:effectLst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457075"/>
            <a:ext cx="8520600" cy="17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5" name="Google Shape;95;p23"/>
          <p:cNvSpPr txBox="1">
            <a:spLocks noGrp="1"/>
          </p:cNvSpPr>
          <p:nvPr>
            <p:ph type="body" idx="1"/>
          </p:nvPr>
        </p:nvSpPr>
        <p:spPr>
          <a:xfrm>
            <a:off x="2916750" y="3161075"/>
            <a:ext cx="33105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6" name="Google Shape;96;p23"/>
          <p:cNvSpPr txBox="1">
            <a:spLocks noGrp="1"/>
          </p:cNvSpPr>
          <p:nvPr>
            <p:ph type="title" idx="2"/>
          </p:nvPr>
        </p:nvSpPr>
        <p:spPr>
          <a:xfrm>
            <a:off x="627071" y="55037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240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Fira Sans Condensed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ullet points">
  <p:cSld name="TITLE_AND_TWO_COLUMNS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6"/>
          <p:cNvSpPr txBox="1">
            <a:spLocks noGrp="1"/>
          </p:cNvSpPr>
          <p:nvPr>
            <p:ph type="body" idx="1"/>
          </p:nvPr>
        </p:nvSpPr>
        <p:spPr>
          <a:xfrm>
            <a:off x="789500" y="1184750"/>
            <a:ext cx="7111200" cy="343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●"/>
              <a:defRPr sz="125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914400" lvl="1" indent="-30797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50"/>
              <a:buChar char="○"/>
              <a:defRPr sz="1250">
                <a:solidFill>
                  <a:schemeClr val="dk1"/>
                </a:solidFill>
              </a:defRPr>
            </a:lvl2pPr>
            <a:lvl3pPr marL="1371600" lvl="2" indent="-30797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50"/>
              <a:buChar char="■"/>
              <a:defRPr sz="1250">
                <a:solidFill>
                  <a:schemeClr val="dk1"/>
                </a:solidFill>
              </a:defRPr>
            </a:lvl3pPr>
            <a:lvl4pPr marL="1828800" lvl="3" indent="-30797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50"/>
              <a:buChar char="●"/>
              <a:defRPr sz="1250">
                <a:solidFill>
                  <a:schemeClr val="dk1"/>
                </a:solidFill>
              </a:defRPr>
            </a:lvl4pPr>
            <a:lvl5pPr marL="2286000" lvl="4" indent="-30797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50"/>
              <a:buChar char="○"/>
              <a:defRPr sz="1250">
                <a:solidFill>
                  <a:schemeClr val="dk1"/>
                </a:solidFill>
              </a:defRPr>
            </a:lvl5pPr>
            <a:lvl6pPr marL="2743200" lvl="5" indent="-30797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50"/>
              <a:buChar char="■"/>
              <a:defRPr sz="1250">
                <a:solidFill>
                  <a:schemeClr val="dk1"/>
                </a:solidFill>
              </a:defRPr>
            </a:lvl6pPr>
            <a:lvl7pPr marL="3200400" lvl="6" indent="-30797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50"/>
              <a:buChar char="●"/>
              <a:defRPr sz="1250">
                <a:solidFill>
                  <a:schemeClr val="dk1"/>
                </a:solidFill>
              </a:defRPr>
            </a:lvl7pPr>
            <a:lvl8pPr marL="3657600" lvl="7" indent="-30797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50"/>
              <a:buChar char="○"/>
              <a:defRPr sz="1250">
                <a:solidFill>
                  <a:schemeClr val="dk1"/>
                </a:solidFill>
              </a:defRPr>
            </a:lvl8pPr>
            <a:lvl9pPr marL="4114800" lvl="8" indent="-307975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50"/>
              <a:buChar char="■"/>
              <a:defRPr sz="125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26"/>
          <p:cNvSpPr txBox="1">
            <a:spLocks noGrp="1"/>
          </p:cNvSpPr>
          <p:nvPr>
            <p:ph type="title"/>
          </p:nvPr>
        </p:nvSpPr>
        <p:spPr>
          <a:xfrm>
            <a:off x="627071" y="54925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240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Fira Sans Condensed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3">
  <p:cSld name="CUSTOM_2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8"/>
          <p:cNvSpPr txBox="1">
            <a:spLocks noGrp="1"/>
          </p:cNvSpPr>
          <p:nvPr>
            <p:ph type="title"/>
          </p:nvPr>
        </p:nvSpPr>
        <p:spPr>
          <a:xfrm>
            <a:off x="1372475" y="868092"/>
            <a:ext cx="2418300" cy="6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7" name="Google Shape;137;p28"/>
          <p:cNvSpPr txBox="1">
            <a:spLocks noGrp="1"/>
          </p:cNvSpPr>
          <p:nvPr>
            <p:ph type="subTitle" idx="1"/>
          </p:nvPr>
        </p:nvSpPr>
        <p:spPr>
          <a:xfrm>
            <a:off x="1372475" y="1130798"/>
            <a:ext cx="2418300" cy="7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8"/>
          <p:cNvSpPr txBox="1">
            <a:spLocks noGrp="1"/>
          </p:cNvSpPr>
          <p:nvPr>
            <p:ph type="title" idx="2"/>
          </p:nvPr>
        </p:nvSpPr>
        <p:spPr>
          <a:xfrm>
            <a:off x="1372475" y="2482302"/>
            <a:ext cx="2418300" cy="6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9" name="Google Shape;139;p28"/>
          <p:cNvSpPr txBox="1">
            <a:spLocks noGrp="1"/>
          </p:cNvSpPr>
          <p:nvPr>
            <p:ph type="subTitle" idx="3"/>
          </p:nvPr>
        </p:nvSpPr>
        <p:spPr>
          <a:xfrm>
            <a:off x="1372475" y="2728677"/>
            <a:ext cx="2418300" cy="7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8"/>
          <p:cNvSpPr txBox="1">
            <a:spLocks noGrp="1"/>
          </p:cNvSpPr>
          <p:nvPr>
            <p:ph type="title" idx="4"/>
          </p:nvPr>
        </p:nvSpPr>
        <p:spPr>
          <a:xfrm>
            <a:off x="5438800" y="1690342"/>
            <a:ext cx="2418300" cy="6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1" name="Google Shape;141;p28"/>
          <p:cNvSpPr txBox="1">
            <a:spLocks noGrp="1"/>
          </p:cNvSpPr>
          <p:nvPr>
            <p:ph type="subTitle" idx="5"/>
          </p:nvPr>
        </p:nvSpPr>
        <p:spPr>
          <a:xfrm>
            <a:off x="5438800" y="1947368"/>
            <a:ext cx="2418300" cy="7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8"/>
          <p:cNvSpPr txBox="1">
            <a:spLocks noGrp="1"/>
          </p:cNvSpPr>
          <p:nvPr>
            <p:ph type="title" idx="6"/>
          </p:nvPr>
        </p:nvSpPr>
        <p:spPr>
          <a:xfrm>
            <a:off x="5438800" y="3295559"/>
            <a:ext cx="2418300" cy="6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3" name="Google Shape;143;p28"/>
          <p:cNvSpPr txBox="1">
            <a:spLocks noGrp="1"/>
          </p:cNvSpPr>
          <p:nvPr>
            <p:ph type="subTitle" idx="7"/>
          </p:nvPr>
        </p:nvSpPr>
        <p:spPr>
          <a:xfrm>
            <a:off x="5438800" y="3552583"/>
            <a:ext cx="2418300" cy="7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44" name="Google Shape;144;p28"/>
          <p:cNvCxnSpPr/>
          <p:nvPr/>
        </p:nvCxnSpPr>
        <p:spPr>
          <a:xfrm flipH="1">
            <a:off x="-738825" y="-493275"/>
            <a:ext cx="3144600" cy="3010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71450" dist="76200" algn="bl" rotWithShape="0">
              <a:srgbClr val="000000"/>
            </a:outerShdw>
          </a:effectLst>
        </p:spPr>
      </p:cxnSp>
      <p:sp>
        <p:nvSpPr>
          <p:cNvPr id="145" name="Google Shape;145;p28"/>
          <p:cNvSpPr txBox="1">
            <a:spLocks noGrp="1"/>
          </p:cNvSpPr>
          <p:nvPr>
            <p:ph type="title" idx="8" hasCustomPrompt="1"/>
          </p:nvPr>
        </p:nvSpPr>
        <p:spPr>
          <a:xfrm>
            <a:off x="3866975" y="1085125"/>
            <a:ext cx="741000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6" name="Google Shape;146;p28"/>
          <p:cNvSpPr txBox="1">
            <a:spLocks noGrp="1"/>
          </p:cNvSpPr>
          <p:nvPr>
            <p:ph type="title" idx="9" hasCustomPrompt="1"/>
          </p:nvPr>
        </p:nvSpPr>
        <p:spPr>
          <a:xfrm>
            <a:off x="4614725" y="1905375"/>
            <a:ext cx="727500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7" name="Google Shape;147;p28"/>
          <p:cNvSpPr txBox="1">
            <a:spLocks noGrp="1"/>
          </p:cNvSpPr>
          <p:nvPr>
            <p:ph type="title" idx="13" hasCustomPrompt="1"/>
          </p:nvPr>
        </p:nvSpPr>
        <p:spPr>
          <a:xfrm>
            <a:off x="3866975" y="2695700"/>
            <a:ext cx="741000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8" name="Google Shape;148;p28"/>
          <p:cNvSpPr txBox="1">
            <a:spLocks noGrp="1"/>
          </p:cNvSpPr>
          <p:nvPr>
            <p:ph type="title" idx="14" hasCustomPrompt="1"/>
          </p:nvPr>
        </p:nvSpPr>
        <p:spPr>
          <a:xfrm>
            <a:off x="4607975" y="3515950"/>
            <a:ext cx="741000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6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>
            <a:spLocks noGrp="1"/>
          </p:cNvSpPr>
          <p:nvPr>
            <p:ph type="title"/>
          </p:nvPr>
        </p:nvSpPr>
        <p:spPr>
          <a:xfrm>
            <a:off x="627071" y="55037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240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Fira Sans Condensed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0"/>
          <p:cNvSpPr txBox="1">
            <a:spLocks noGrp="1"/>
          </p:cNvSpPr>
          <p:nvPr>
            <p:ph type="title"/>
          </p:nvPr>
        </p:nvSpPr>
        <p:spPr>
          <a:xfrm>
            <a:off x="710525" y="1974875"/>
            <a:ext cx="1828200" cy="119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Fira Sans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6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1"/>
          <p:cNvSpPr txBox="1">
            <a:spLocks noGrp="1"/>
          </p:cNvSpPr>
          <p:nvPr>
            <p:ph type="title"/>
          </p:nvPr>
        </p:nvSpPr>
        <p:spPr>
          <a:xfrm>
            <a:off x="710525" y="1974875"/>
            <a:ext cx="1828200" cy="119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Fira Sans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SECTION_TITLE_AND_DESCRIPTION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2"/>
          <p:cNvSpPr/>
          <p:nvPr/>
        </p:nvSpPr>
        <p:spPr>
          <a:xfrm>
            <a:off x="-88350" y="-150200"/>
            <a:ext cx="9347200" cy="4417400"/>
          </a:xfrm>
          <a:custGeom>
            <a:avLst/>
            <a:gdLst/>
            <a:ahLst/>
            <a:cxnLst/>
            <a:rect l="l" t="t" r="r" b="b"/>
            <a:pathLst>
              <a:path w="373888" h="176696" extrusionOk="0">
                <a:moveTo>
                  <a:pt x="0" y="53716"/>
                </a:moveTo>
                <a:lnTo>
                  <a:pt x="155846" y="0"/>
                </a:lnTo>
                <a:lnTo>
                  <a:pt x="0" y="176696"/>
                </a:lnTo>
                <a:lnTo>
                  <a:pt x="373888" y="5301"/>
                </a:lnTo>
                <a:lnTo>
                  <a:pt x="372828" y="153372"/>
                </a:lnTo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29000"/>
              </a:srgbClr>
            </a:outerShdw>
          </a:effectLst>
        </p:spPr>
      </p:sp>
      <p:sp>
        <p:nvSpPr>
          <p:cNvPr id="157" name="Google Shape;157;p32"/>
          <p:cNvSpPr txBox="1">
            <a:spLocks noGrp="1"/>
          </p:cNvSpPr>
          <p:nvPr>
            <p:ph type="title"/>
          </p:nvPr>
        </p:nvSpPr>
        <p:spPr>
          <a:xfrm>
            <a:off x="1599308" y="1644300"/>
            <a:ext cx="2087700" cy="63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8" name="Google Shape;158;p32"/>
          <p:cNvSpPr txBox="1">
            <a:spLocks noGrp="1"/>
          </p:cNvSpPr>
          <p:nvPr>
            <p:ph type="subTitle" idx="1"/>
          </p:nvPr>
        </p:nvSpPr>
        <p:spPr>
          <a:xfrm>
            <a:off x="1599308" y="2269675"/>
            <a:ext cx="2087700" cy="9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59" name="Google Shape;159;p32"/>
          <p:cNvSpPr txBox="1">
            <a:spLocks noGrp="1"/>
          </p:cNvSpPr>
          <p:nvPr>
            <p:ph type="title" idx="2"/>
          </p:nvPr>
        </p:nvSpPr>
        <p:spPr>
          <a:xfrm>
            <a:off x="5456992" y="1644300"/>
            <a:ext cx="2087700" cy="63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60" name="Google Shape;160;p32"/>
          <p:cNvSpPr txBox="1">
            <a:spLocks noGrp="1"/>
          </p:cNvSpPr>
          <p:nvPr>
            <p:ph type="subTitle" idx="3"/>
          </p:nvPr>
        </p:nvSpPr>
        <p:spPr>
          <a:xfrm>
            <a:off x="5456983" y="2269675"/>
            <a:ext cx="2087700" cy="9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 2">
  <p:cSld name="CUSTOM_3">
    <p:bg>
      <p:bgPr>
        <a:solidFill>
          <a:schemeClr val="accent6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 txBox="1">
            <a:spLocks noGrp="1"/>
          </p:cNvSpPr>
          <p:nvPr>
            <p:ph type="subTitle" idx="1"/>
          </p:nvPr>
        </p:nvSpPr>
        <p:spPr>
          <a:xfrm>
            <a:off x="5029108" y="3431475"/>
            <a:ext cx="2087700" cy="9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33"/>
          <p:cNvSpPr txBox="1">
            <a:spLocks noGrp="1"/>
          </p:cNvSpPr>
          <p:nvPr>
            <p:ph type="subTitle" idx="2"/>
          </p:nvPr>
        </p:nvSpPr>
        <p:spPr>
          <a:xfrm>
            <a:off x="2006108" y="1389925"/>
            <a:ext cx="2087700" cy="9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33"/>
          <p:cNvSpPr txBox="1">
            <a:spLocks noGrp="1"/>
          </p:cNvSpPr>
          <p:nvPr>
            <p:ph type="title"/>
          </p:nvPr>
        </p:nvSpPr>
        <p:spPr>
          <a:xfrm>
            <a:off x="5029108" y="2806100"/>
            <a:ext cx="2087700" cy="63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165" name="Google Shape;165;p33"/>
          <p:cNvSpPr txBox="1">
            <a:spLocks noGrp="1"/>
          </p:cNvSpPr>
          <p:nvPr>
            <p:ph type="title" idx="3"/>
          </p:nvPr>
        </p:nvSpPr>
        <p:spPr>
          <a:xfrm>
            <a:off x="2006108" y="764550"/>
            <a:ext cx="2087700" cy="63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166" name="Google Shape;166;p33"/>
          <p:cNvSpPr txBox="1">
            <a:spLocks noGrp="1"/>
          </p:cNvSpPr>
          <p:nvPr>
            <p:ph type="title" idx="4" hasCustomPrompt="1"/>
          </p:nvPr>
        </p:nvSpPr>
        <p:spPr>
          <a:xfrm>
            <a:off x="770175" y="819650"/>
            <a:ext cx="1235700" cy="123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Font typeface="Fira Sans Condensed"/>
              <a:buNone/>
              <a:defRPr sz="8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Font typeface="Fira Sans Condensed"/>
              <a:buNone/>
              <a:defRPr sz="8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Font typeface="Fira Sans Condensed"/>
              <a:buNone/>
              <a:defRPr sz="8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Font typeface="Fira Sans Condensed"/>
              <a:buNone/>
              <a:defRPr sz="8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Font typeface="Fira Sans Condensed"/>
              <a:buNone/>
              <a:defRPr sz="8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Font typeface="Fira Sans Condensed"/>
              <a:buNone/>
              <a:defRPr sz="8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Font typeface="Fira Sans Condensed"/>
              <a:buNone/>
              <a:defRPr sz="8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Font typeface="Fira Sans Condensed"/>
              <a:buNone/>
              <a:defRPr sz="8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r>
              <a:t>xx%</a:t>
            </a:r>
          </a:p>
        </p:txBody>
      </p:sp>
      <p:sp>
        <p:nvSpPr>
          <p:cNvPr id="167" name="Google Shape;167;p33"/>
          <p:cNvSpPr txBox="1">
            <a:spLocks noGrp="1"/>
          </p:cNvSpPr>
          <p:nvPr>
            <p:ph type="title" idx="5" hasCustomPrompt="1"/>
          </p:nvPr>
        </p:nvSpPr>
        <p:spPr>
          <a:xfrm>
            <a:off x="7116800" y="2848850"/>
            <a:ext cx="1235700" cy="123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Font typeface="Fira Sans Condensed"/>
              <a:buNone/>
              <a:defRPr sz="8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Font typeface="Fira Sans Condensed"/>
              <a:buNone/>
              <a:defRPr sz="8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Font typeface="Fira Sans Condensed"/>
              <a:buNone/>
              <a:defRPr sz="8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Font typeface="Fira Sans Condensed"/>
              <a:buNone/>
              <a:defRPr sz="8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Font typeface="Fira Sans Condensed"/>
              <a:buNone/>
              <a:defRPr sz="8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Font typeface="Fira Sans Condensed"/>
              <a:buNone/>
              <a:defRPr sz="8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Font typeface="Fira Sans Condensed"/>
              <a:buNone/>
              <a:defRPr sz="8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Font typeface="Fira Sans Condensed"/>
              <a:buNone/>
              <a:defRPr sz="8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r>
              <a:t>xx%</a:t>
            </a:r>
          </a:p>
        </p:txBody>
      </p:sp>
      <p:cxnSp>
        <p:nvCxnSpPr>
          <p:cNvPr id="168" name="Google Shape;168;p33"/>
          <p:cNvCxnSpPr/>
          <p:nvPr/>
        </p:nvCxnSpPr>
        <p:spPr>
          <a:xfrm>
            <a:off x="4352075" y="-85750"/>
            <a:ext cx="3144600" cy="3010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71450" dist="76200" dir="10860000" algn="bl" rotWithShape="0">
              <a:srgbClr val="000000"/>
            </a:outerShdw>
          </a:effectLst>
        </p:spPr>
      </p:cxnSp>
      <p:cxnSp>
        <p:nvCxnSpPr>
          <p:cNvPr id="169" name="Google Shape;169;p33"/>
          <p:cNvCxnSpPr/>
          <p:nvPr/>
        </p:nvCxnSpPr>
        <p:spPr>
          <a:xfrm>
            <a:off x="6545125" y="-493275"/>
            <a:ext cx="3144600" cy="3010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71450" dist="76200" dir="10860000" algn="bl" rotWithShape="0">
              <a:srgbClr val="000000"/>
            </a:outerShdw>
          </a:effectLst>
        </p:spPr>
      </p:cxnSp>
      <p:cxnSp>
        <p:nvCxnSpPr>
          <p:cNvPr id="170" name="Google Shape;170;p33"/>
          <p:cNvCxnSpPr/>
          <p:nvPr/>
        </p:nvCxnSpPr>
        <p:spPr>
          <a:xfrm>
            <a:off x="-892100" y="2806100"/>
            <a:ext cx="3144600" cy="3010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71450" dist="76200" dir="960000" algn="bl" rotWithShape="0">
              <a:srgbClr val="000000"/>
            </a:outerShdw>
          </a:effectLst>
        </p:spPr>
      </p:cxnSp>
      <p:cxnSp>
        <p:nvCxnSpPr>
          <p:cNvPr id="171" name="Google Shape;171;p33"/>
          <p:cNvCxnSpPr/>
          <p:nvPr/>
        </p:nvCxnSpPr>
        <p:spPr>
          <a:xfrm>
            <a:off x="1300950" y="2398575"/>
            <a:ext cx="3144600" cy="3010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71450" dist="76200" dir="960000" algn="bl" rotWithShape="0">
              <a:srgbClr val="000000"/>
            </a:outerShdw>
          </a:effectLst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 3">
  <p:cSld name="CUSTOM_2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"/>
          <p:cNvSpPr txBox="1">
            <a:spLocks noGrp="1"/>
          </p:cNvSpPr>
          <p:nvPr>
            <p:ph type="subTitle" idx="1"/>
          </p:nvPr>
        </p:nvSpPr>
        <p:spPr>
          <a:xfrm>
            <a:off x="5023658" y="1530350"/>
            <a:ext cx="2087700" cy="94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34"/>
          <p:cNvSpPr txBox="1">
            <a:spLocks noGrp="1"/>
          </p:cNvSpPr>
          <p:nvPr>
            <p:ph type="title"/>
          </p:nvPr>
        </p:nvSpPr>
        <p:spPr>
          <a:xfrm>
            <a:off x="2935958" y="1685000"/>
            <a:ext cx="2087700" cy="63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175" name="Google Shape;175;p34"/>
          <p:cNvSpPr txBox="1">
            <a:spLocks noGrp="1"/>
          </p:cNvSpPr>
          <p:nvPr>
            <p:ph type="subTitle" idx="2"/>
          </p:nvPr>
        </p:nvSpPr>
        <p:spPr>
          <a:xfrm>
            <a:off x="5023658" y="3125350"/>
            <a:ext cx="2087700" cy="94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34"/>
          <p:cNvSpPr txBox="1">
            <a:spLocks noGrp="1"/>
          </p:cNvSpPr>
          <p:nvPr>
            <p:ph type="title" idx="3"/>
          </p:nvPr>
        </p:nvSpPr>
        <p:spPr>
          <a:xfrm>
            <a:off x="2935958" y="3280000"/>
            <a:ext cx="2087700" cy="63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177" name="Google Shape;177;p34"/>
          <p:cNvSpPr txBox="1">
            <a:spLocks noGrp="1"/>
          </p:cNvSpPr>
          <p:nvPr>
            <p:ph type="title" idx="4"/>
          </p:nvPr>
        </p:nvSpPr>
        <p:spPr>
          <a:xfrm>
            <a:off x="627071" y="54925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240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Fira Sans Condensed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SECTION_TITLE_AND_DESCRIPTION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5"/>
          <p:cNvSpPr txBox="1">
            <a:spLocks noGrp="1"/>
          </p:cNvSpPr>
          <p:nvPr>
            <p:ph type="title"/>
          </p:nvPr>
        </p:nvSpPr>
        <p:spPr>
          <a:xfrm>
            <a:off x="5298575" y="2420950"/>
            <a:ext cx="2941800" cy="36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80" name="Google Shape;180;p35"/>
          <p:cNvSpPr txBox="1">
            <a:spLocks noGrp="1"/>
          </p:cNvSpPr>
          <p:nvPr>
            <p:ph type="subTitle" idx="1"/>
          </p:nvPr>
        </p:nvSpPr>
        <p:spPr>
          <a:xfrm>
            <a:off x="4388675" y="585550"/>
            <a:ext cx="3851700" cy="15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81" name="Google Shape;181;p35"/>
          <p:cNvSpPr/>
          <p:nvPr/>
        </p:nvSpPr>
        <p:spPr>
          <a:xfrm>
            <a:off x="0" y="385825"/>
            <a:ext cx="9537525" cy="3148325"/>
          </a:xfrm>
          <a:custGeom>
            <a:avLst/>
            <a:gdLst/>
            <a:ahLst/>
            <a:cxnLst/>
            <a:rect l="l" t="t" r="r" b="b"/>
            <a:pathLst>
              <a:path w="381501" h="125933" extrusionOk="0">
                <a:moveTo>
                  <a:pt x="381501" y="66670"/>
                </a:moveTo>
                <a:lnTo>
                  <a:pt x="303719" y="125933"/>
                </a:lnTo>
                <a:lnTo>
                  <a:pt x="14198" y="0"/>
                </a:lnTo>
                <a:lnTo>
                  <a:pt x="0" y="9877"/>
                </a:lnTo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36000"/>
              </a:srgbClr>
            </a:outerShdw>
          </a:effectLst>
        </p:spPr>
      </p:sp>
      <p:sp>
        <p:nvSpPr>
          <p:cNvPr id="182" name="Google Shape;182;p35"/>
          <p:cNvSpPr/>
          <p:nvPr/>
        </p:nvSpPr>
        <p:spPr>
          <a:xfrm>
            <a:off x="-15425" y="-77175"/>
            <a:ext cx="4660725" cy="1743925"/>
          </a:xfrm>
          <a:custGeom>
            <a:avLst/>
            <a:gdLst/>
            <a:ahLst/>
            <a:cxnLst/>
            <a:rect l="l" t="t" r="r" b="b"/>
            <a:pathLst>
              <a:path w="186429" h="69757" extrusionOk="0">
                <a:moveTo>
                  <a:pt x="0" y="69757"/>
                </a:moveTo>
                <a:lnTo>
                  <a:pt x="186429" y="0"/>
                </a:lnTo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38000"/>
              </a:srgbClr>
            </a:outerShdw>
          </a:effectLst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ercentages">
  <p:cSld name="BIG_NUMBER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6"/>
          <p:cNvSpPr txBox="1">
            <a:spLocks noGrp="1"/>
          </p:cNvSpPr>
          <p:nvPr>
            <p:ph type="title" hasCustomPrompt="1"/>
          </p:nvPr>
        </p:nvSpPr>
        <p:spPr>
          <a:xfrm>
            <a:off x="944500" y="3207700"/>
            <a:ext cx="2073600" cy="8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5" name="Google Shape;185;p36"/>
          <p:cNvSpPr txBox="1">
            <a:spLocks noGrp="1"/>
          </p:cNvSpPr>
          <p:nvPr>
            <p:ph type="subTitle" idx="1"/>
          </p:nvPr>
        </p:nvSpPr>
        <p:spPr>
          <a:xfrm>
            <a:off x="944500" y="3925100"/>
            <a:ext cx="2073600" cy="81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86" name="Google Shape;186;p36"/>
          <p:cNvSpPr txBox="1">
            <a:spLocks noGrp="1"/>
          </p:cNvSpPr>
          <p:nvPr>
            <p:ph type="title" idx="2" hasCustomPrompt="1"/>
          </p:nvPr>
        </p:nvSpPr>
        <p:spPr>
          <a:xfrm>
            <a:off x="3535200" y="3207700"/>
            <a:ext cx="2073600" cy="8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7" name="Google Shape;187;p36"/>
          <p:cNvSpPr txBox="1">
            <a:spLocks noGrp="1"/>
          </p:cNvSpPr>
          <p:nvPr>
            <p:ph type="subTitle" idx="3"/>
          </p:nvPr>
        </p:nvSpPr>
        <p:spPr>
          <a:xfrm>
            <a:off x="3535200" y="3925100"/>
            <a:ext cx="2073600" cy="81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88" name="Google Shape;188;p36"/>
          <p:cNvSpPr txBox="1">
            <a:spLocks noGrp="1"/>
          </p:cNvSpPr>
          <p:nvPr>
            <p:ph type="title" idx="4" hasCustomPrompt="1"/>
          </p:nvPr>
        </p:nvSpPr>
        <p:spPr>
          <a:xfrm>
            <a:off x="6125900" y="3207700"/>
            <a:ext cx="2073600" cy="8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9" name="Google Shape;189;p36"/>
          <p:cNvSpPr txBox="1">
            <a:spLocks noGrp="1"/>
          </p:cNvSpPr>
          <p:nvPr>
            <p:ph type="subTitle" idx="5"/>
          </p:nvPr>
        </p:nvSpPr>
        <p:spPr>
          <a:xfrm>
            <a:off x="6125900" y="3925100"/>
            <a:ext cx="2073600" cy="81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0" name="Google Shape;190;p36"/>
          <p:cNvSpPr txBox="1">
            <a:spLocks noGrp="1"/>
          </p:cNvSpPr>
          <p:nvPr>
            <p:ph type="title" idx="6"/>
          </p:nvPr>
        </p:nvSpPr>
        <p:spPr>
          <a:xfrm>
            <a:off x="627071" y="55037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240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Fira Sans Condensed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7"/>
          <p:cNvSpPr txBox="1">
            <a:spLocks noGrp="1"/>
          </p:cNvSpPr>
          <p:nvPr>
            <p:ph type="body" idx="1"/>
          </p:nvPr>
        </p:nvSpPr>
        <p:spPr>
          <a:xfrm>
            <a:off x="677950" y="1390675"/>
            <a:ext cx="2891400" cy="16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914400" lvl="1" indent="-3302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93" name="Google Shape;193;p37"/>
          <p:cNvSpPr txBox="1">
            <a:spLocks noGrp="1"/>
          </p:cNvSpPr>
          <p:nvPr>
            <p:ph type="title"/>
          </p:nvPr>
        </p:nvSpPr>
        <p:spPr>
          <a:xfrm>
            <a:off x="627071" y="55037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240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Fira Sans Condensed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7">
    <p:bg>
      <p:bgPr>
        <a:solidFill>
          <a:schemeClr val="lt2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8"/>
          <p:cNvSpPr/>
          <p:nvPr/>
        </p:nvSpPr>
        <p:spPr>
          <a:xfrm>
            <a:off x="3706400" y="-277775"/>
            <a:ext cx="5579600" cy="7175675"/>
          </a:xfrm>
          <a:custGeom>
            <a:avLst/>
            <a:gdLst/>
            <a:ahLst/>
            <a:cxnLst/>
            <a:rect l="l" t="t" r="r" b="b"/>
            <a:pathLst>
              <a:path w="223184" h="287027" extrusionOk="0">
                <a:moveTo>
                  <a:pt x="0" y="264497"/>
                </a:moveTo>
                <a:lnTo>
                  <a:pt x="37038" y="273930"/>
                </a:lnTo>
                <a:lnTo>
                  <a:pt x="84081" y="287027"/>
                </a:lnTo>
                <a:lnTo>
                  <a:pt x="35395" y="0"/>
                </a:lnTo>
                <a:lnTo>
                  <a:pt x="223184" y="52429"/>
                </a:lnTo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29000"/>
              </a:srgbClr>
            </a:outerShdw>
          </a:effectLst>
        </p:spPr>
      </p:sp>
      <p:sp>
        <p:nvSpPr>
          <p:cNvPr id="196" name="Google Shape;196;p38"/>
          <p:cNvSpPr txBox="1">
            <a:spLocks noGrp="1"/>
          </p:cNvSpPr>
          <p:nvPr>
            <p:ph type="body" idx="1"/>
          </p:nvPr>
        </p:nvSpPr>
        <p:spPr>
          <a:xfrm>
            <a:off x="5521475" y="2334075"/>
            <a:ext cx="2891400" cy="13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914400" lvl="1" indent="-330200" algn="r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r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r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r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r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r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r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r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97" name="Google Shape;197;p38"/>
          <p:cNvSpPr txBox="1">
            <a:spLocks noGrp="1"/>
          </p:cNvSpPr>
          <p:nvPr>
            <p:ph type="title"/>
          </p:nvPr>
        </p:nvSpPr>
        <p:spPr>
          <a:xfrm>
            <a:off x="4091075" y="1483125"/>
            <a:ext cx="4321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240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Fira Sans Condensed Extra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SECTION_TITLE_AND_DESCRIPTION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9"/>
          <p:cNvSpPr/>
          <p:nvPr/>
        </p:nvSpPr>
        <p:spPr>
          <a:xfrm>
            <a:off x="5332075" y="-46300"/>
            <a:ext cx="4027975" cy="4220900"/>
          </a:xfrm>
          <a:custGeom>
            <a:avLst/>
            <a:gdLst/>
            <a:ahLst/>
            <a:cxnLst/>
            <a:rect l="l" t="t" r="r" b="b"/>
            <a:pathLst>
              <a:path w="161119" h="168836" extrusionOk="0">
                <a:moveTo>
                  <a:pt x="0" y="0"/>
                </a:moveTo>
                <a:lnTo>
                  <a:pt x="158033" y="89202"/>
                </a:lnTo>
                <a:lnTo>
                  <a:pt x="140131" y="136118"/>
                </a:lnTo>
                <a:lnTo>
                  <a:pt x="161119" y="168836"/>
                </a:lnTo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</p:sp>
      <p:sp>
        <p:nvSpPr>
          <p:cNvPr id="200" name="Google Shape;200;p39"/>
          <p:cNvSpPr/>
          <p:nvPr/>
        </p:nvSpPr>
        <p:spPr>
          <a:xfrm>
            <a:off x="6875350" y="-100325"/>
            <a:ext cx="2446125" cy="1504725"/>
          </a:xfrm>
          <a:custGeom>
            <a:avLst/>
            <a:gdLst/>
            <a:ahLst/>
            <a:cxnLst/>
            <a:rect l="l" t="t" r="r" b="b"/>
            <a:pathLst>
              <a:path w="97845" h="60189" extrusionOk="0">
                <a:moveTo>
                  <a:pt x="0" y="0"/>
                </a:moveTo>
                <a:lnTo>
                  <a:pt x="97536" y="56794"/>
                </a:lnTo>
                <a:lnTo>
                  <a:pt x="97845" y="60189"/>
                </a:lnTo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</p:sp>
      <p:sp>
        <p:nvSpPr>
          <p:cNvPr id="201" name="Google Shape;201;p39"/>
          <p:cNvSpPr txBox="1">
            <a:spLocks noGrp="1"/>
          </p:cNvSpPr>
          <p:nvPr>
            <p:ph type="title"/>
          </p:nvPr>
        </p:nvSpPr>
        <p:spPr>
          <a:xfrm>
            <a:off x="1114173" y="1579200"/>
            <a:ext cx="2185500" cy="3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02" name="Google Shape;202;p39"/>
          <p:cNvSpPr txBox="1">
            <a:spLocks noGrp="1"/>
          </p:cNvSpPr>
          <p:nvPr>
            <p:ph type="subTitle" idx="1"/>
          </p:nvPr>
        </p:nvSpPr>
        <p:spPr>
          <a:xfrm>
            <a:off x="1114173" y="1896372"/>
            <a:ext cx="2185500" cy="6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03" name="Google Shape;203;p39"/>
          <p:cNvSpPr txBox="1">
            <a:spLocks noGrp="1"/>
          </p:cNvSpPr>
          <p:nvPr>
            <p:ph type="title" idx="2"/>
          </p:nvPr>
        </p:nvSpPr>
        <p:spPr>
          <a:xfrm>
            <a:off x="1114173" y="2987377"/>
            <a:ext cx="2185500" cy="3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04" name="Google Shape;204;p39"/>
          <p:cNvSpPr txBox="1">
            <a:spLocks noGrp="1"/>
          </p:cNvSpPr>
          <p:nvPr>
            <p:ph type="subTitle" idx="3"/>
          </p:nvPr>
        </p:nvSpPr>
        <p:spPr>
          <a:xfrm>
            <a:off x="1114173" y="3297799"/>
            <a:ext cx="2185500" cy="6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05" name="Google Shape;205;p39"/>
          <p:cNvSpPr txBox="1">
            <a:spLocks noGrp="1"/>
          </p:cNvSpPr>
          <p:nvPr>
            <p:ph type="title" idx="4"/>
          </p:nvPr>
        </p:nvSpPr>
        <p:spPr>
          <a:xfrm>
            <a:off x="5844348" y="1579200"/>
            <a:ext cx="2185500" cy="3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06" name="Google Shape;206;p39"/>
          <p:cNvSpPr txBox="1">
            <a:spLocks noGrp="1"/>
          </p:cNvSpPr>
          <p:nvPr>
            <p:ph type="subTitle" idx="5"/>
          </p:nvPr>
        </p:nvSpPr>
        <p:spPr>
          <a:xfrm>
            <a:off x="5844348" y="1896372"/>
            <a:ext cx="2185500" cy="6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07" name="Google Shape;207;p39"/>
          <p:cNvSpPr txBox="1">
            <a:spLocks noGrp="1"/>
          </p:cNvSpPr>
          <p:nvPr>
            <p:ph type="title" idx="6"/>
          </p:nvPr>
        </p:nvSpPr>
        <p:spPr>
          <a:xfrm>
            <a:off x="5844348" y="2987377"/>
            <a:ext cx="2185500" cy="3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08" name="Google Shape;208;p39"/>
          <p:cNvSpPr txBox="1">
            <a:spLocks noGrp="1"/>
          </p:cNvSpPr>
          <p:nvPr>
            <p:ph type="subTitle" idx="7"/>
          </p:nvPr>
        </p:nvSpPr>
        <p:spPr>
          <a:xfrm>
            <a:off x="5844348" y="3297799"/>
            <a:ext cx="2185500" cy="6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09" name="Google Shape;209;p39"/>
          <p:cNvSpPr txBox="1">
            <a:spLocks noGrp="1"/>
          </p:cNvSpPr>
          <p:nvPr>
            <p:ph type="title" idx="8"/>
          </p:nvPr>
        </p:nvSpPr>
        <p:spPr>
          <a:xfrm>
            <a:off x="627071" y="55037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240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Fira Sans Condensed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SECTION_TITLE_AND_DESCRIPTION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0"/>
          <p:cNvSpPr txBox="1">
            <a:spLocks noGrp="1"/>
          </p:cNvSpPr>
          <p:nvPr>
            <p:ph type="title"/>
          </p:nvPr>
        </p:nvSpPr>
        <p:spPr>
          <a:xfrm>
            <a:off x="751460" y="3395875"/>
            <a:ext cx="1650300" cy="3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12" name="Google Shape;212;p40"/>
          <p:cNvSpPr txBox="1">
            <a:spLocks noGrp="1"/>
          </p:cNvSpPr>
          <p:nvPr>
            <p:ph type="subTitle" idx="1"/>
          </p:nvPr>
        </p:nvSpPr>
        <p:spPr>
          <a:xfrm>
            <a:off x="751460" y="3713049"/>
            <a:ext cx="1650300" cy="6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13" name="Google Shape;213;p40"/>
          <p:cNvSpPr txBox="1">
            <a:spLocks noGrp="1"/>
          </p:cNvSpPr>
          <p:nvPr>
            <p:ph type="title" idx="2"/>
          </p:nvPr>
        </p:nvSpPr>
        <p:spPr>
          <a:xfrm>
            <a:off x="2748387" y="3395875"/>
            <a:ext cx="1650300" cy="3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14" name="Google Shape;214;p40"/>
          <p:cNvSpPr txBox="1">
            <a:spLocks noGrp="1"/>
          </p:cNvSpPr>
          <p:nvPr>
            <p:ph type="subTitle" idx="3"/>
          </p:nvPr>
        </p:nvSpPr>
        <p:spPr>
          <a:xfrm>
            <a:off x="2748387" y="3713049"/>
            <a:ext cx="1650300" cy="6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15" name="Google Shape;215;p40"/>
          <p:cNvSpPr txBox="1">
            <a:spLocks noGrp="1"/>
          </p:cNvSpPr>
          <p:nvPr>
            <p:ph type="title" idx="4"/>
          </p:nvPr>
        </p:nvSpPr>
        <p:spPr>
          <a:xfrm>
            <a:off x="4745313" y="3395875"/>
            <a:ext cx="1650300" cy="3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16" name="Google Shape;216;p40"/>
          <p:cNvSpPr txBox="1">
            <a:spLocks noGrp="1"/>
          </p:cNvSpPr>
          <p:nvPr>
            <p:ph type="subTitle" idx="5"/>
          </p:nvPr>
        </p:nvSpPr>
        <p:spPr>
          <a:xfrm>
            <a:off x="4745313" y="3713049"/>
            <a:ext cx="1650300" cy="6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17" name="Google Shape;217;p40"/>
          <p:cNvSpPr txBox="1">
            <a:spLocks noGrp="1"/>
          </p:cNvSpPr>
          <p:nvPr>
            <p:ph type="title" idx="6"/>
          </p:nvPr>
        </p:nvSpPr>
        <p:spPr>
          <a:xfrm>
            <a:off x="6742240" y="3395875"/>
            <a:ext cx="1650300" cy="3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18" name="Google Shape;218;p40"/>
          <p:cNvSpPr txBox="1">
            <a:spLocks noGrp="1"/>
          </p:cNvSpPr>
          <p:nvPr>
            <p:ph type="subTitle" idx="7"/>
          </p:nvPr>
        </p:nvSpPr>
        <p:spPr>
          <a:xfrm>
            <a:off x="6742240" y="3713049"/>
            <a:ext cx="1650300" cy="6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19" name="Google Shape;219;p40"/>
          <p:cNvSpPr txBox="1">
            <a:spLocks noGrp="1"/>
          </p:cNvSpPr>
          <p:nvPr>
            <p:ph type="title" idx="8"/>
          </p:nvPr>
        </p:nvSpPr>
        <p:spPr>
          <a:xfrm>
            <a:off x="627071" y="55037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240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Fira Sans Condensed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ONE_COLUMN_TEXT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1"/>
          <p:cNvSpPr/>
          <p:nvPr/>
        </p:nvSpPr>
        <p:spPr>
          <a:xfrm>
            <a:off x="4610400" y="-392500"/>
            <a:ext cx="5156200" cy="3949700"/>
          </a:xfrm>
          <a:custGeom>
            <a:avLst/>
            <a:gdLst/>
            <a:ahLst/>
            <a:cxnLst/>
            <a:rect l="l" t="t" r="r" b="b"/>
            <a:pathLst>
              <a:path w="206248" h="157988" extrusionOk="0">
                <a:moveTo>
                  <a:pt x="0" y="8636"/>
                </a:moveTo>
                <a:lnTo>
                  <a:pt x="197104" y="157988"/>
                </a:lnTo>
                <a:lnTo>
                  <a:pt x="206248" y="134620"/>
                </a:lnTo>
                <a:lnTo>
                  <a:pt x="76708" y="0"/>
                </a:lnTo>
                <a:lnTo>
                  <a:pt x="188468" y="3810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2" name="Google Shape;222;p41"/>
          <p:cNvSpPr txBox="1">
            <a:spLocks noGrp="1"/>
          </p:cNvSpPr>
          <p:nvPr>
            <p:ph type="title"/>
          </p:nvPr>
        </p:nvSpPr>
        <p:spPr>
          <a:xfrm>
            <a:off x="627071" y="55037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240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Fira Sans Condensed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2">
  <p:cSld name="CUSTOM_10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2"/>
          <p:cNvSpPr txBox="1">
            <a:spLocks noGrp="1"/>
          </p:cNvSpPr>
          <p:nvPr>
            <p:ph type="title"/>
          </p:nvPr>
        </p:nvSpPr>
        <p:spPr>
          <a:xfrm>
            <a:off x="1757675" y="2720175"/>
            <a:ext cx="198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240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Fira Sans Condensed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225" name="Google Shape;225;p42"/>
          <p:cNvSpPr txBox="1">
            <a:spLocks noGrp="1"/>
          </p:cNvSpPr>
          <p:nvPr>
            <p:ph type="body" idx="1"/>
          </p:nvPr>
        </p:nvSpPr>
        <p:spPr>
          <a:xfrm>
            <a:off x="4212925" y="1047300"/>
            <a:ext cx="3173400" cy="30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914400" lvl="1" indent="-3302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2">
  <p:cSld name="CUSTOM_4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3"/>
          <p:cNvSpPr txBox="1">
            <a:spLocks noGrp="1"/>
          </p:cNvSpPr>
          <p:nvPr>
            <p:ph type="title"/>
          </p:nvPr>
        </p:nvSpPr>
        <p:spPr>
          <a:xfrm>
            <a:off x="807825" y="3469975"/>
            <a:ext cx="2941800" cy="36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8" name="Google Shape;228;p43"/>
          <p:cNvSpPr txBox="1">
            <a:spLocks noGrp="1"/>
          </p:cNvSpPr>
          <p:nvPr>
            <p:ph type="subTitle" idx="1"/>
          </p:nvPr>
        </p:nvSpPr>
        <p:spPr>
          <a:xfrm>
            <a:off x="807825" y="1312625"/>
            <a:ext cx="3197100" cy="19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29" name="Google Shape;229;p43"/>
          <p:cNvSpPr/>
          <p:nvPr/>
        </p:nvSpPr>
        <p:spPr>
          <a:xfrm rot="10800000" flipH="1">
            <a:off x="-25" y="-802"/>
            <a:ext cx="9347200" cy="5145388"/>
          </a:xfrm>
          <a:custGeom>
            <a:avLst/>
            <a:gdLst/>
            <a:ahLst/>
            <a:cxnLst/>
            <a:rect l="l" t="t" r="r" b="b"/>
            <a:pathLst>
              <a:path w="373888" h="176696" extrusionOk="0">
                <a:moveTo>
                  <a:pt x="0" y="53716"/>
                </a:moveTo>
                <a:lnTo>
                  <a:pt x="155846" y="0"/>
                </a:lnTo>
                <a:lnTo>
                  <a:pt x="0" y="176696"/>
                </a:lnTo>
                <a:lnTo>
                  <a:pt x="373888" y="5301"/>
                </a:lnTo>
                <a:lnTo>
                  <a:pt x="372828" y="153372"/>
                </a:lnTo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29000"/>
              </a:srgbClr>
            </a:outerShdw>
          </a:effectLst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ONE_COLUMN_TEXT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4"/>
          <p:cNvSpPr txBox="1">
            <a:spLocks noGrp="1"/>
          </p:cNvSpPr>
          <p:nvPr>
            <p:ph type="title"/>
          </p:nvPr>
        </p:nvSpPr>
        <p:spPr>
          <a:xfrm>
            <a:off x="1225013" y="2105975"/>
            <a:ext cx="1774500" cy="3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32" name="Google Shape;232;p44"/>
          <p:cNvSpPr txBox="1">
            <a:spLocks noGrp="1"/>
          </p:cNvSpPr>
          <p:nvPr>
            <p:ph type="subTitle" idx="1"/>
          </p:nvPr>
        </p:nvSpPr>
        <p:spPr>
          <a:xfrm>
            <a:off x="1225013" y="2507375"/>
            <a:ext cx="1774500" cy="84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33" name="Google Shape;233;p44"/>
          <p:cNvSpPr txBox="1">
            <a:spLocks noGrp="1"/>
          </p:cNvSpPr>
          <p:nvPr>
            <p:ph type="title" idx="2"/>
          </p:nvPr>
        </p:nvSpPr>
        <p:spPr>
          <a:xfrm>
            <a:off x="3684751" y="2105975"/>
            <a:ext cx="1774500" cy="3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34" name="Google Shape;234;p44"/>
          <p:cNvSpPr txBox="1">
            <a:spLocks noGrp="1"/>
          </p:cNvSpPr>
          <p:nvPr>
            <p:ph type="subTitle" idx="3"/>
          </p:nvPr>
        </p:nvSpPr>
        <p:spPr>
          <a:xfrm>
            <a:off x="3684751" y="2507375"/>
            <a:ext cx="1774500" cy="84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35" name="Google Shape;235;p44"/>
          <p:cNvSpPr txBox="1">
            <a:spLocks noGrp="1"/>
          </p:cNvSpPr>
          <p:nvPr>
            <p:ph type="title" idx="4"/>
          </p:nvPr>
        </p:nvSpPr>
        <p:spPr>
          <a:xfrm>
            <a:off x="6144489" y="2105975"/>
            <a:ext cx="1774500" cy="3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36" name="Google Shape;236;p44"/>
          <p:cNvSpPr txBox="1">
            <a:spLocks noGrp="1"/>
          </p:cNvSpPr>
          <p:nvPr>
            <p:ph type="subTitle" idx="5"/>
          </p:nvPr>
        </p:nvSpPr>
        <p:spPr>
          <a:xfrm>
            <a:off x="6144489" y="2507375"/>
            <a:ext cx="1774500" cy="84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37" name="Google Shape;237;p44"/>
          <p:cNvSpPr/>
          <p:nvPr/>
        </p:nvSpPr>
        <p:spPr>
          <a:xfrm>
            <a:off x="7469525" y="-157700"/>
            <a:ext cx="1867375" cy="5393800"/>
          </a:xfrm>
          <a:custGeom>
            <a:avLst/>
            <a:gdLst/>
            <a:ahLst/>
            <a:cxnLst/>
            <a:rect l="l" t="t" r="r" b="b"/>
            <a:pathLst>
              <a:path w="74695" h="215752" extrusionOk="0">
                <a:moveTo>
                  <a:pt x="0" y="0"/>
                </a:moveTo>
                <a:lnTo>
                  <a:pt x="74695" y="61114"/>
                </a:lnTo>
                <a:lnTo>
                  <a:pt x="309" y="215752"/>
                </a:lnTo>
                <a:lnTo>
                  <a:pt x="72226" y="181799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38" name="Google Shape;238;p44"/>
          <p:cNvSpPr txBox="1">
            <a:spLocks noGrp="1"/>
          </p:cNvSpPr>
          <p:nvPr>
            <p:ph type="title" idx="6"/>
          </p:nvPr>
        </p:nvSpPr>
        <p:spPr>
          <a:xfrm>
            <a:off x="627071" y="55037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240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Fira Sans Condensed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CUSTOM_2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5"/>
          <p:cNvSpPr txBox="1">
            <a:spLocks noGrp="1"/>
          </p:cNvSpPr>
          <p:nvPr>
            <p:ph type="title"/>
          </p:nvPr>
        </p:nvSpPr>
        <p:spPr>
          <a:xfrm>
            <a:off x="844013" y="2105975"/>
            <a:ext cx="1774500" cy="3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41" name="Google Shape;241;p45"/>
          <p:cNvSpPr txBox="1">
            <a:spLocks noGrp="1"/>
          </p:cNvSpPr>
          <p:nvPr>
            <p:ph type="subTitle" idx="1"/>
          </p:nvPr>
        </p:nvSpPr>
        <p:spPr>
          <a:xfrm>
            <a:off x="844013" y="2507375"/>
            <a:ext cx="1774500" cy="84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42" name="Google Shape;242;p45"/>
          <p:cNvSpPr txBox="1">
            <a:spLocks noGrp="1"/>
          </p:cNvSpPr>
          <p:nvPr>
            <p:ph type="title" idx="2"/>
          </p:nvPr>
        </p:nvSpPr>
        <p:spPr>
          <a:xfrm>
            <a:off x="3684751" y="2105975"/>
            <a:ext cx="1774500" cy="3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43" name="Google Shape;243;p45"/>
          <p:cNvSpPr txBox="1">
            <a:spLocks noGrp="1"/>
          </p:cNvSpPr>
          <p:nvPr>
            <p:ph type="subTitle" idx="3"/>
          </p:nvPr>
        </p:nvSpPr>
        <p:spPr>
          <a:xfrm>
            <a:off x="3684751" y="2507375"/>
            <a:ext cx="1774500" cy="84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44" name="Google Shape;244;p45"/>
          <p:cNvSpPr txBox="1">
            <a:spLocks noGrp="1"/>
          </p:cNvSpPr>
          <p:nvPr>
            <p:ph type="title" idx="4"/>
          </p:nvPr>
        </p:nvSpPr>
        <p:spPr>
          <a:xfrm>
            <a:off x="6525489" y="2105975"/>
            <a:ext cx="1774500" cy="3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45" name="Google Shape;245;p45"/>
          <p:cNvSpPr txBox="1">
            <a:spLocks noGrp="1"/>
          </p:cNvSpPr>
          <p:nvPr>
            <p:ph type="subTitle" idx="5"/>
          </p:nvPr>
        </p:nvSpPr>
        <p:spPr>
          <a:xfrm>
            <a:off x="6525489" y="2507375"/>
            <a:ext cx="1774500" cy="84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46" name="Google Shape;246;p45"/>
          <p:cNvSpPr txBox="1">
            <a:spLocks noGrp="1"/>
          </p:cNvSpPr>
          <p:nvPr>
            <p:ph type="title" idx="6"/>
          </p:nvPr>
        </p:nvSpPr>
        <p:spPr>
          <a:xfrm>
            <a:off x="627071" y="55037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240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Fira Sans Condensed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247" name="Google Shape;247;p45"/>
          <p:cNvSpPr txBox="1">
            <a:spLocks noGrp="1"/>
          </p:cNvSpPr>
          <p:nvPr>
            <p:ph type="title" idx="7"/>
          </p:nvPr>
        </p:nvSpPr>
        <p:spPr>
          <a:xfrm>
            <a:off x="2264363" y="3356675"/>
            <a:ext cx="1774500" cy="3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48" name="Google Shape;248;p45"/>
          <p:cNvSpPr txBox="1">
            <a:spLocks noGrp="1"/>
          </p:cNvSpPr>
          <p:nvPr>
            <p:ph type="subTitle" idx="8"/>
          </p:nvPr>
        </p:nvSpPr>
        <p:spPr>
          <a:xfrm>
            <a:off x="2264363" y="3758075"/>
            <a:ext cx="1774500" cy="84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49" name="Google Shape;249;p45"/>
          <p:cNvSpPr txBox="1">
            <a:spLocks noGrp="1"/>
          </p:cNvSpPr>
          <p:nvPr>
            <p:ph type="title" idx="9"/>
          </p:nvPr>
        </p:nvSpPr>
        <p:spPr>
          <a:xfrm>
            <a:off x="5105113" y="3356675"/>
            <a:ext cx="1774500" cy="3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50" name="Google Shape;250;p45"/>
          <p:cNvSpPr txBox="1">
            <a:spLocks noGrp="1"/>
          </p:cNvSpPr>
          <p:nvPr>
            <p:ph type="subTitle" idx="13"/>
          </p:nvPr>
        </p:nvSpPr>
        <p:spPr>
          <a:xfrm>
            <a:off x="5105113" y="3758075"/>
            <a:ext cx="1774500" cy="84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6"/>
          <p:cNvSpPr txBox="1">
            <a:spLocks noGrp="1"/>
          </p:cNvSpPr>
          <p:nvPr>
            <p:ph type="title"/>
          </p:nvPr>
        </p:nvSpPr>
        <p:spPr>
          <a:xfrm>
            <a:off x="627071" y="55037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240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Fira Sans Condensed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253" name="Google Shape;253;p46"/>
          <p:cNvSpPr txBox="1">
            <a:spLocks noGrp="1"/>
          </p:cNvSpPr>
          <p:nvPr>
            <p:ph type="title" idx="2" hasCustomPrompt="1"/>
          </p:nvPr>
        </p:nvSpPr>
        <p:spPr>
          <a:xfrm>
            <a:off x="3323414" y="1312150"/>
            <a:ext cx="207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4" name="Google Shape;254;p46"/>
          <p:cNvSpPr txBox="1">
            <a:spLocks noGrp="1"/>
          </p:cNvSpPr>
          <p:nvPr>
            <p:ph type="title" idx="3" hasCustomPrompt="1"/>
          </p:nvPr>
        </p:nvSpPr>
        <p:spPr>
          <a:xfrm>
            <a:off x="3323414" y="2526150"/>
            <a:ext cx="207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5" name="Google Shape;255;p46"/>
          <p:cNvSpPr txBox="1">
            <a:spLocks noGrp="1"/>
          </p:cNvSpPr>
          <p:nvPr>
            <p:ph type="title" idx="4" hasCustomPrompt="1"/>
          </p:nvPr>
        </p:nvSpPr>
        <p:spPr>
          <a:xfrm>
            <a:off x="3323414" y="3740150"/>
            <a:ext cx="207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6" name="Google Shape;256;p46"/>
          <p:cNvSpPr txBox="1">
            <a:spLocks noGrp="1"/>
          </p:cNvSpPr>
          <p:nvPr>
            <p:ph type="subTitle" idx="1"/>
          </p:nvPr>
        </p:nvSpPr>
        <p:spPr>
          <a:xfrm>
            <a:off x="5820598" y="1296550"/>
            <a:ext cx="1774500" cy="84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57" name="Google Shape;257;p46"/>
          <p:cNvSpPr txBox="1">
            <a:spLocks noGrp="1"/>
          </p:cNvSpPr>
          <p:nvPr>
            <p:ph type="subTitle" idx="5"/>
          </p:nvPr>
        </p:nvSpPr>
        <p:spPr>
          <a:xfrm>
            <a:off x="5767366" y="2510550"/>
            <a:ext cx="1774500" cy="84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58" name="Google Shape;258;p46"/>
          <p:cNvSpPr txBox="1">
            <a:spLocks noGrp="1"/>
          </p:cNvSpPr>
          <p:nvPr>
            <p:ph type="subTitle" idx="6"/>
          </p:nvPr>
        </p:nvSpPr>
        <p:spPr>
          <a:xfrm>
            <a:off x="5788652" y="3724550"/>
            <a:ext cx="1774500" cy="84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59" name="Google Shape;259;p46"/>
          <p:cNvSpPr txBox="1">
            <a:spLocks noGrp="1"/>
          </p:cNvSpPr>
          <p:nvPr>
            <p:ph type="title" idx="7"/>
          </p:nvPr>
        </p:nvSpPr>
        <p:spPr>
          <a:xfrm>
            <a:off x="1548902" y="1531000"/>
            <a:ext cx="1774500" cy="3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60" name="Google Shape;260;p46"/>
          <p:cNvSpPr txBox="1">
            <a:spLocks noGrp="1"/>
          </p:cNvSpPr>
          <p:nvPr>
            <p:ph type="title" idx="8"/>
          </p:nvPr>
        </p:nvSpPr>
        <p:spPr>
          <a:xfrm>
            <a:off x="1602160" y="3959000"/>
            <a:ext cx="1774500" cy="3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61" name="Google Shape;261;p46"/>
          <p:cNvSpPr txBox="1">
            <a:spLocks noGrp="1"/>
          </p:cNvSpPr>
          <p:nvPr>
            <p:ph type="title" idx="9"/>
          </p:nvPr>
        </p:nvSpPr>
        <p:spPr>
          <a:xfrm>
            <a:off x="1634096" y="2745000"/>
            <a:ext cx="1774500" cy="3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CUSTOM_8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7"/>
          <p:cNvSpPr txBox="1">
            <a:spLocks noGrp="1"/>
          </p:cNvSpPr>
          <p:nvPr>
            <p:ph type="title"/>
          </p:nvPr>
        </p:nvSpPr>
        <p:spPr>
          <a:xfrm>
            <a:off x="627071" y="55037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240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Fira Sans Condensed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264" name="Google Shape;264;p47"/>
          <p:cNvSpPr txBox="1">
            <a:spLocks noGrp="1"/>
          </p:cNvSpPr>
          <p:nvPr>
            <p:ph type="title" idx="2"/>
          </p:nvPr>
        </p:nvSpPr>
        <p:spPr>
          <a:xfrm>
            <a:off x="1225013" y="3053750"/>
            <a:ext cx="1774500" cy="3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65" name="Google Shape;265;p47"/>
          <p:cNvSpPr txBox="1">
            <a:spLocks noGrp="1"/>
          </p:cNvSpPr>
          <p:nvPr>
            <p:ph type="subTitle" idx="1"/>
          </p:nvPr>
        </p:nvSpPr>
        <p:spPr>
          <a:xfrm>
            <a:off x="1225013" y="3412554"/>
            <a:ext cx="1774500" cy="84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66" name="Google Shape;266;p47"/>
          <p:cNvSpPr txBox="1">
            <a:spLocks noGrp="1"/>
          </p:cNvSpPr>
          <p:nvPr>
            <p:ph type="title" idx="3"/>
          </p:nvPr>
        </p:nvSpPr>
        <p:spPr>
          <a:xfrm>
            <a:off x="3684751" y="3053750"/>
            <a:ext cx="1774500" cy="3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67" name="Google Shape;267;p47"/>
          <p:cNvSpPr txBox="1">
            <a:spLocks noGrp="1"/>
          </p:cNvSpPr>
          <p:nvPr>
            <p:ph type="subTitle" idx="4"/>
          </p:nvPr>
        </p:nvSpPr>
        <p:spPr>
          <a:xfrm>
            <a:off x="3684751" y="3412554"/>
            <a:ext cx="1774500" cy="84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68" name="Google Shape;268;p47"/>
          <p:cNvSpPr txBox="1">
            <a:spLocks noGrp="1"/>
          </p:cNvSpPr>
          <p:nvPr>
            <p:ph type="title" idx="5"/>
          </p:nvPr>
        </p:nvSpPr>
        <p:spPr>
          <a:xfrm>
            <a:off x="6144489" y="3053750"/>
            <a:ext cx="1774500" cy="3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69" name="Google Shape;269;p47"/>
          <p:cNvSpPr txBox="1">
            <a:spLocks noGrp="1"/>
          </p:cNvSpPr>
          <p:nvPr>
            <p:ph type="subTitle" idx="6"/>
          </p:nvPr>
        </p:nvSpPr>
        <p:spPr>
          <a:xfrm>
            <a:off x="6144489" y="3412554"/>
            <a:ext cx="1774500" cy="84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4">
  <p:cSld name="CUSTOM_27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8"/>
          <p:cNvSpPr txBox="1">
            <a:spLocks noGrp="1"/>
          </p:cNvSpPr>
          <p:nvPr>
            <p:ph type="title"/>
          </p:nvPr>
        </p:nvSpPr>
        <p:spPr>
          <a:xfrm>
            <a:off x="627071" y="55037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240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Fira Sans Condensed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272" name="Google Shape;272;p48"/>
          <p:cNvSpPr txBox="1">
            <a:spLocks noGrp="1"/>
          </p:cNvSpPr>
          <p:nvPr>
            <p:ph type="subTitle" idx="1"/>
          </p:nvPr>
        </p:nvSpPr>
        <p:spPr>
          <a:xfrm>
            <a:off x="5169077" y="1296550"/>
            <a:ext cx="1774500" cy="84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3" name="Google Shape;273;p48"/>
          <p:cNvSpPr txBox="1">
            <a:spLocks noGrp="1"/>
          </p:cNvSpPr>
          <p:nvPr>
            <p:ph type="subTitle" idx="2"/>
          </p:nvPr>
        </p:nvSpPr>
        <p:spPr>
          <a:xfrm>
            <a:off x="5169090" y="2510550"/>
            <a:ext cx="1774500" cy="84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4" name="Google Shape;274;p48"/>
          <p:cNvSpPr txBox="1">
            <a:spLocks noGrp="1"/>
          </p:cNvSpPr>
          <p:nvPr>
            <p:ph type="subTitle" idx="3"/>
          </p:nvPr>
        </p:nvSpPr>
        <p:spPr>
          <a:xfrm>
            <a:off x="5169078" y="3724550"/>
            <a:ext cx="1774500" cy="84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5" name="Google Shape;275;p48"/>
          <p:cNvSpPr txBox="1">
            <a:spLocks noGrp="1"/>
          </p:cNvSpPr>
          <p:nvPr>
            <p:ph type="title" idx="4"/>
          </p:nvPr>
        </p:nvSpPr>
        <p:spPr>
          <a:xfrm>
            <a:off x="3245026" y="1531000"/>
            <a:ext cx="1774500" cy="3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76" name="Google Shape;276;p48"/>
          <p:cNvSpPr txBox="1">
            <a:spLocks noGrp="1"/>
          </p:cNvSpPr>
          <p:nvPr>
            <p:ph type="title" idx="5"/>
          </p:nvPr>
        </p:nvSpPr>
        <p:spPr>
          <a:xfrm>
            <a:off x="3245040" y="3959000"/>
            <a:ext cx="1774500" cy="3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77" name="Google Shape;277;p48"/>
          <p:cNvSpPr txBox="1">
            <a:spLocks noGrp="1"/>
          </p:cNvSpPr>
          <p:nvPr>
            <p:ph type="title" idx="6"/>
          </p:nvPr>
        </p:nvSpPr>
        <p:spPr>
          <a:xfrm>
            <a:off x="3245028" y="2745000"/>
            <a:ext cx="1774500" cy="3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SECTION_TITLE_AND_DESCRIPTION_1_1_2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9"/>
          <p:cNvSpPr txBox="1">
            <a:spLocks noGrp="1"/>
          </p:cNvSpPr>
          <p:nvPr>
            <p:ph type="title"/>
          </p:nvPr>
        </p:nvSpPr>
        <p:spPr>
          <a:xfrm>
            <a:off x="928625" y="1567050"/>
            <a:ext cx="2022300" cy="3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80" name="Google Shape;280;p49"/>
          <p:cNvSpPr txBox="1">
            <a:spLocks noGrp="1"/>
          </p:cNvSpPr>
          <p:nvPr>
            <p:ph type="subTitle" idx="1"/>
          </p:nvPr>
        </p:nvSpPr>
        <p:spPr>
          <a:xfrm>
            <a:off x="928625" y="1884223"/>
            <a:ext cx="2022300" cy="6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81" name="Google Shape;281;p49"/>
          <p:cNvSpPr txBox="1">
            <a:spLocks noGrp="1"/>
          </p:cNvSpPr>
          <p:nvPr>
            <p:ph type="title" idx="2"/>
          </p:nvPr>
        </p:nvSpPr>
        <p:spPr>
          <a:xfrm>
            <a:off x="3560850" y="1567050"/>
            <a:ext cx="2022300" cy="3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82" name="Google Shape;282;p49"/>
          <p:cNvSpPr txBox="1">
            <a:spLocks noGrp="1"/>
          </p:cNvSpPr>
          <p:nvPr>
            <p:ph type="subTitle" idx="3"/>
          </p:nvPr>
        </p:nvSpPr>
        <p:spPr>
          <a:xfrm>
            <a:off x="3560850" y="1884223"/>
            <a:ext cx="2022300" cy="6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83" name="Google Shape;283;p49"/>
          <p:cNvSpPr txBox="1">
            <a:spLocks noGrp="1"/>
          </p:cNvSpPr>
          <p:nvPr>
            <p:ph type="title" idx="4"/>
          </p:nvPr>
        </p:nvSpPr>
        <p:spPr>
          <a:xfrm>
            <a:off x="6193075" y="1567050"/>
            <a:ext cx="2022300" cy="3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84" name="Google Shape;284;p49"/>
          <p:cNvSpPr txBox="1">
            <a:spLocks noGrp="1"/>
          </p:cNvSpPr>
          <p:nvPr>
            <p:ph type="subTitle" idx="5"/>
          </p:nvPr>
        </p:nvSpPr>
        <p:spPr>
          <a:xfrm>
            <a:off x="6193075" y="1884223"/>
            <a:ext cx="2022300" cy="6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85" name="Google Shape;285;p49"/>
          <p:cNvSpPr txBox="1">
            <a:spLocks noGrp="1"/>
          </p:cNvSpPr>
          <p:nvPr>
            <p:ph type="title" idx="6"/>
          </p:nvPr>
        </p:nvSpPr>
        <p:spPr>
          <a:xfrm>
            <a:off x="928625" y="3097675"/>
            <a:ext cx="2022300" cy="3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86" name="Google Shape;286;p49"/>
          <p:cNvSpPr txBox="1">
            <a:spLocks noGrp="1"/>
          </p:cNvSpPr>
          <p:nvPr>
            <p:ph type="subTitle" idx="7"/>
          </p:nvPr>
        </p:nvSpPr>
        <p:spPr>
          <a:xfrm>
            <a:off x="928625" y="3414848"/>
            <a:ext cx="2022300" cy="6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87" name="Google Shape;287;p49"/>
          <p:cNvSpPr txBox="1">
            <a:spLocks noGrp="1"/>
          </p:cNvSpPr>
          <p:nvPr>
            <p:ph type="title" idx="8"/>
          </p:nvPr>
        </p:nvSpPr>
        <p:spPr>
          <a:xfrm>
            <a:off x="3560850" y="3097675"/>
            <a:ext cx="2022300" cy="3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88" name="Google Shape;288;p49"/>
          <p:cNvSpPr txBox="1">
            <a:spLocks noGrp="1"/>
          </p:cNvSpPr>
          <p:nvPr>
            <p:ph type="subTitle" idx="9"/>
          </p:nvPr>
        </p:nvSpPr>
        <p:spPr>
          <a:xfrm>
            <a:off x="3560850" y="3414848"/>
            <a:ext cx="2022300" cy="6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89" name="Google Shape;289;p49"/>
          <p:cNvSpPr txBox="1">
            <a:spLocks noGrp="1"/>
          </p:cNvSpPr>
          <p:nvPr>
            <p:ph type="title" idx="13"/>
          </p:nvPr>
        </p:nvSpPr>
        <p:spPr>
          <a:xfrm>
            <a:off x="6193075" y="3097675"/>
            <a:ext cx="2022300" cy="3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90" name="Google Shape;290;p49"/>
          <p:cNvSpPr txBox="1">
            <a:spLocks noGrp="1"/>
          </p:cNvSpPr>
          <p:nvPr>
            <p:ph type="subTitle" idx="14"/>
          </p:nvPr>
        </p:nvSpPr>
        <p:spPr>
          <a:xfrm>
            <a:off x="6193075" y="3414848"/>
            <a:ext cx="2022300" cy="6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91" name="Google Shape;291;p49"/>
          <p:cNvSpPr/>
          <p:nvPr/>
        </p:nvSpPr>
        <p:spPr>
          <a:xfrm>
            <a:off x="0" y="360975"/>
            <a:ext cx="9406350" cy="4421550"/>
          </a:xfrm>
          <a:custGeom>
            <a:avLst/>
            <a:gdLst/>
            <a:ahLst/>
            <a:cxnLst/>
            <a:rect l="l" t="t" r="r" b="b"/>
            <a:pathLst>
              <a:path w="376254" h="176862" extrusionOk="0">
                <a:moveTo>
                  <a:pt x="0" y="129946"/>
                </a:moveTo>
                <a:lnTo>
                  <a:pt x="292608" y="0"/>
                </a:lnTo>
                <a:lnTo>
                  <a:pt x="373168" y="176862"/>
                </a:lnTo>
                <a:lnTo>
                  <a:pt x="376254" y="176244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23000"/>
              </a:srgbClr>
            </a:outerShdw>
          </a:effectLst>
        </p:spPr>
      </p:sp>
      <p:sp>
        <p:nvSpPr>
          <p:cNvPr id="292" name="Google Shape;292;p49"/>
          <p:cNvSpPr txBox="1">
            <a:spLocks noGrp="1"/>
          </p:cNvSpPr>
          <p:nvPr>
            <p:ph type="title" idx="15"/>
          </p:nvPr>
        </p:nvSpPr>
        <p:spPr>
          <a:xfrm>
            <a:off x="627071" y="55037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240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Fira Sans Condensed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2">
  <p:cSld name="CUSTOM_20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0"/>
          <p:cNvSpPr txBox="1">
            <a:spLocks noGrp="1"/>
          </p:cNvSpPr>
          <p:nvPr>
            <p:ph type="title"/>
          </p:nvPr>
        </p:nvSpPr>
        <p:spPr>
          <a:xfrm>
            <a:off x="3917475" y="723525"/>
            <a:ext cx="2022300" cy="3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95" name="Google Shape;295;p50"/>
          <p:cNvSpPr txBox="1">
            <a:spLocks noGrp="1"/>
          </p:cNvSpPr>
          <p:nvPr>
            <p:ph type="subTitle" idx="1"/>
          </p:nvPr>
        </p:nvSpPr>
        <p:spPr>
          <a:xfrm>
            <a:off x="3917475" y="1040698"/>
            <a:ext cx="2022300" cy="6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96" name="Google Shape;296;p50"/>
          <p:cNvSpPr txBox="1">
            <a:spLocks noGrp="1"/>
          </p:cNvSpPr>
          <p:nvPr>
            <p:ph type="title" idx="2"/>
          </p:nvPr>
        </p:nvSpPr>
        <p:spPr>
          <a:xfrm>
            <a:off x="6381600" y="723525"/>
            <a:ext cx="2022300" cy="3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97" name="Google Shape;297;p50"/>
          <p:cNvSpPr txBox="1">
            <a:spLocks noGrp="1"/>
          </p:cNvSpPr>
          <p:nvPr>
            <p:ph type="subTitle" idx="3"/>
          </p:nvPr>
        </p:nvSpPr>
        <p:spPr>
          <a:xfrm>
            <a:off x="6381600" y="1040698"/>
            <a:ext cx="2022300" cy="6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98" name="Google Shape;298;p50"/>
          <p:cNvSpPr txBox="1">
            <a:spLocks noGrp="1"/>
          </p:cNvSpPr>
          <p:nvPr>
            <p:ph type="title" idx="4"/>
          </p:nvPr>
        </p:nvSpPr>
        <p:spPr>
          <a:xfrm>
            <a:off x="3938775" y="3631800"/>
            <a:ext cx="2022300" cy="3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99" name="Google Shape;299;p50"/>
          <p:cNvSpPr txBox="1">
            <a:spLocks noGrp="1"/>
          </p:cNvSpPr>
          <p:nvPr>
            <p:ph type="subTitle" idx="5"/>
          </p:nvPr>
        </p:nvSpPr>
        <p:spPr>
          <a:xfrm>
            <a:off x="3938775" y="3948973"/>
            <a:ext cx="2022300" cy="6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00" name="Google Shape;300;p50"/>
          <p:cNvSpPr txBox="1">
            <a:spLocks noGrp="1"/>
          </p:cNvSpPr>
          <p:nvPr>
            <p:ph type="title" idx="6"/>
          </p:nvPr>
        </p:nvSpPr>
        <p:spPr>
          <a:xfrm>
            <a:off x="6402900" y="3631800"/>
            <a:ext cx="2022300" cy="3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01" name="Google Shape;301;p50"/>
          <p:cNvSpPr txBox="1">
            <a:spLocks noGrp="1"/>
          </p:cNvSpPr>
          <p:nvPr>
            <p:ph type="subTitle" idx="7"/>
          </p:nvPr>
        </p:nvSpPr>
        <p:spPr>
          <a:xfrm>
            <a:off x="6402900" y="3948973"/>
            <a:ext cx="2022300" cy="6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02" name="Google Shape;302;p50"/>
          <p:cNvSpPr txBox="1">
            <a:spLocks noGrp="1"/>
          </p:cNvSpPr>
          <p:nvPr>
            <p:ph type="title" idx="8"/>
          </p:nvPr>
        </p:nvSpPr>
        <p:spPr>
          <a:xfrm>
            <a:off x="3938775" y="2177663"/>
            <a:ext cx="2022300" cy="3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03" name="Google Shape;303;p50"/>
          <p:cNvSpPr txBox="1">
            <a:spLocks noGrp="1"/>
          </p:cNvSpPr>
          <p:nvPr>
            <p:ph type="subTitle" idx="9"/>
          </p:nvPr>
        </p:nvSpPr>
        <p:spPr>
          <a:xfrm>
            <a:off x="3938775" y="2494835"/>
            <a:ext cx="2022300" cy="6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04" name="Google Shape;304;p50"/>
          <p:cNvSpPr txBox="1">
            <a:spLocks noGrp="1"/>
          </p:cNvSpPr>
          <p:nvPr>
            <p:ph type="title" idx="13"/>
          </p:nvPr>
        </p:nvSpPr>
        <p:spPr>
          <a:xfrm>
            <a:off x="6402900" y="2177663"/>
            <a:ext cx="2022300" cy="3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05" name="Google Shape;305;p50"/>
          <p:cNvSpPr txBox="1">
            <a:spLocks noGrp="1"/>
          </p:cNvSpPr>
          <p:nvPr>
            <p:ph type="subTitle" idx="14"/>
          </p:nvPr>
        </p:nvSpPr>
        <p:spPr>
          <a:xfrm>
            <a:off x="6402900" y="2494835"/>
            <a:ext cx="2022300" cy="6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06" name="Google Shape;306;p50"/>
          <p:cNvSpPr txBox="1">
            <a:spLocks noGrp="1"/>
          </p:cNvSpPr>
          <p:nvPr>
            <p:ph type="title" idx="15"/>
          </p:nvPr>
        </p:nvSpPr>
        <p:spPr>
          <a:xfrm>
            <a:off x="1138950" y="1686600"/>
            <a:ext cx="2022300" cy="177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240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Fira Sans Condensed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Muli"/>
              <a:buNone/>
              <a:defRPr sz="24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Muli"/>
              <a:buNone/>
              <a:defRPr sz="24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Muli"/>
              <a:buNone/>
              <a:defRPr sz="24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Muli"/>
              <a:buNone/>
              <a:defRPr sz="24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Muli"/>
              <a:buNone/>
              <a:defRPr sz="24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Muli"/>
              <a:buNone/>
              <a:defRPr sz="24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Muli"/>
              <a:buNone/>
              <a:defRPr sz="24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Muli"/>
              <a:buNone/>
              <a:defRPr sz="24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307" name="Google Shape;307;p50"/>
          <p:cNvSpPr/>
          <p:nvPr/>
        </p:nvSpPr>
        <p:spPr>
          <a:xfrm rot="-8458454">
            <a:off x="1612775" y="2107018"/>
            <a:ext cx="9406800" cy="4421762"/>
          </a:xfrm>
          <a:custGeom>
            <a:avLst/>
            <a:gdLst/>
            <a:ahLst/>
            <a:cxnLst/>
            <a:rect l="l" t="t" r="r" b="b"/>
            <a:pathLst>
              <a:path w="376254" h="176862" extrusionOk="0">
                <a:moveTo>
                  <a:pt x="0" y="129946"/>
                </a:moveTo>
                <a:lnTo>
                  <a:pt x="292608" y="0"/>
                </a:lnTo>
                <a:lnTo>
                  <a:pt x="373168" y="176862"/>
                </a:lnTo>
                <a:lnTo>
                  <a:pt x="376254" y="176244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23000"/>
              </a:srgbClr>
            </a:outerShdw>
          </a:effectLst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9">
    <p:bg>
      <p:bgPr>
        <a:solidFill>
          <a:schemeClr val="accent6"/>
        </a:solidFill>
        <a:effectLst/>
      </p:bgPr>
    </p:bg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2"/>
          <p:cNvSpPr txBox="1">
            <a:spLocks noGrp="1"/>
          </p:cNvSpPr>
          <p:nvPr>
            <p:ph type="title"/>
          </p:nvPr>
        </p:nvSpPr>
        <p:spPr>
          <a:xfrm>
            <a:off x="627071" y="55037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240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Fira Sans Condensed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cxnSp>
        <p:nvCxnSpPr>
          <p:cNvPr id="318" name="Google Shape;318;p52"/>
          <p:cNvCxnSpPr/>
          <p:nvPr/>
        </p:nvCxnSpPr>
        <p:spPr>
          <a:xfrm>
            <a:off x="6736800" y="-818625"/>
            <a:ext cx="2940600" cy="29406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71450" dist="76200" dir="10860000" algn="bl" rotWithShape="0">
              <a:srgbClr val="000000"/>
            </a:outerShdw>
          </a:effectLst>
        </p:spPr>
      </p:cxnSp>
      <p:cxnSp>
        <p:nvCxnSpPr>
          <p:cNvPr id="319" name="Google Shape;319;p52"/>
          <p:cNvCxnSpPr/>
          <p:nvPr/>
        </p:nvCxnSpPr>
        <p:spPr>
          <a:xfrm>
            <a:off x="-851925" y="2726150"/>
            <a:ext cx="3104400" cy="30909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71450" dist="76200" dir="960000" algn="bl" rotWithShape="0">
              <a:srgbClr val="000000"/>
            </a:outerShdw>
          </a:effectLst>
        </p:spPr>
      </p:cxnSp>
      <p:sp>
        <p:nvSpPr>
          <p:cNvPr id="320" name="Google Shape;320;p52"/>
          <p:cNvSpPr txBox="1">
            <a:spLocks noGrp="1"/>
          </p:cNvSpPr>
          <p:nvPr>
            <p:ph type="title" idx="2"/>
          </p:nvPr>
        </p:nvSpPr>
        <p:spPr>
          <a:xfrm>
            <a:off x="3490038" y="2121975"/>
            <a:ext cx="2087700" cy="2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21" name="Google Shape;321;p52"/>
          <p:cNvSpPr txBox="1">
            <a:spLocks noGrp="1"/>
          </p:cNvSpPr>
          <p:nvPr>
            <p:ph type="subTitle" idx="1"/>
          </p:nvPr>
        </p:nvSpPr>
        <p:spPr>
          <a:xfrm>
            <a:off x="3419749" y="1247175"/>
            <a:ext cx="2308200" cy="9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52"/>
          <p:cNvSpPr txBox="1">
            <a:spLocks noGrp="1"/>
          </p:cNvSpPr>
          <p:nvPr>
            <p:ph type="title" idx="3"/>
          </p:nvPr>
        </p:nvSpPr>
        <p:spPr>
          <a:xfrm>
            <a:off x="3490038" y="4018875"/>
            <a:ext cx="2087700" cy="2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23" name="Google Shape;323;p52"/>
          <p:cNvSpPr txBox="1">
            <a:spLocks noGrp="1"/>
          </p:cNvSpPr>
          <p:nvPr>
            <p:ph type="subTitle" idx="4"/>
          </p:nvPr>
        </p:nvSpPr>
        <p:spPr>
          <a:xfrm>
            <a:off x="3419749" y="3150075"/>
            <a:ext cx="2308200" cy="9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CUSTOM_1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3"/>
          <p:cNvSpPr txBox="1">
            <a:spLocks noGrp="1"/>
          </p:cNvSpPr>
          <p:nvPr>
            <p:ph type="title"/>
          </p:nvPr>
        </p:nvSpPr>
        <p:spPr>
          <a:xfrm>
            <a:off x="627071" y="55037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240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Fira Sans Condensed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326" name="Google Shape;326;p53"/>
          <p:cNvSpPr txBox="1">
            <a:spLocks noGrp="1"/>
          </p:cNvSpPr>
          <p:nvPr>
            <p:ph type="subTitle" idx="1"/>
          </p:nvPr>
        </p:nvSpPr>
        <p:spPr>
          <a:xfrm>
            <a:off x="2147800" y="3272400"/>
            <a:ext cx="1965000" cy="121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53"/>
          <p:cNvSpPr txBox="1">
            <a:spLocks noGrp="1"/>
          </p:cNvSpPr>
          <p:nvPr>
            <p:ph type="subTitle" idx="2"/>
          </p:nvPr>
        </p:nvSpPr>
        <p:spPr>
          <a:xfrm>
            <a:off x="2147800" y="1715200"/>
            <a:ext cx="1965000" cy="121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8" name="Google Shape;328;p53"/>
          <p:cNvSpPr txBox="1">
            <a:spLocks noGrp="1"/>
          </p:cNvSpPr>
          <p:nvPr>
            <p:ph type="title" idx="3"/>
          </p:nvPr>
        </p:nvSpPr>
        <p:spPr>
          <a:xfrm>
            <a:off x="705825" y="3899796"/>
            <a:ext cx="1533900" cy="38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Fira Sans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329" name="Google Shape;329;p53"/>
          <p:cNvSpPr txBox="1">
            <a:spLocks noGrp="1"/>
          </p:cNvSpPr>
          <p:nvPr>
            <p:ph type="title" idx="4"/>
          </p:nvPr>
        </p:nvSpPr>
        <p:spPr>
          <a:xfrm>
            <a:off x="705825" y="2342596"/>
            <a:ext cx="1533900" cy="38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Fira Sans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SECTION_TITLE_AND_DESCRIPTION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4"/>
          <p:cNvSpPr/>
          <p:nvPr/>
        </p:nvSpPr>
        <p:spPr>
          <a:xfrm>
            <a:off x="4390950" y="3256800"/>
            <a:ext cx="5116025" cy="2006275"/>
          </a:xfrm>
          <a:custGeom>
            <a:avLst/>
            <a:gdLst/>
            <a:ahLst/>
            <a:cxnLst/>
            <a:rect l="l" t="t" r="r" b="b"/>
            <a:pathLst>
              <a:path w="204641" h="80251" extrusionOk="0">
                <a:moveTo>
                  <a:pt x="0" y="79016"/>
                </a:moveTo>
                <a:lnTo>
                  <a:pt x="204641" y="0"/>
                </a:lnTo>
                <a:lnTo>
                  <a:pt x="130254" y="80251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32" name="Google Shape;332;p54"/>
          <p:cNvSpPr txBox="1">
            <a:spLocks noGrp="1"/>
          </p:cNvSpPr>
          <p:nvPr>
            <p:ph type="title"/>
          </p:nvPr>
        </p:nvSpPr>
        <p:spPr>
          <a:xfrm>
            <a:off x="627071" y="55037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240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Fira Sans Condensed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SECTION_TITLE_AND_DESCRIPTION_1_1_2_2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5"/>
          <p:cNvSpPr/>
          <p:nvPr/>
        </p:nvSpPr>
        <p:spPr>
          <a:xfrm>
            <a:off x="6875350" y="-100325"/>
            <a:ext cx="2446125" cy="1504725"/>
          </a:xfrm>
          <a:custGeom>
            <a:avLst/>
            <a:gdLst/>
            <a:ahLst/>
            <a:cxnLst/>
            <a:rect l="l" t="t" r="r" b="b"/>
            <a:pathLst>
              <a:path w="97845" h="60189" extrusionOk="0">
                <a:moveTo>
                  <a:pt x="0" y="0"/>
                </a:moveTo>
                <a:lnTo>
                  <a:pt x="97536" y="56794"/>
                </a:lnTo>
                <a:lnTo>
                  <a:pt x="97845" y="60189"/>
                </a:lnTo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</p:sp>
      <p:sp>
        <p:nvSpPr>
          <p:cNvPr id="335" name="Google Shape;335;p55"/>
          <p:cNvSpPr txBox="1">
            <a:spLocks noGrp="1"/>
          </p:cNvSpPr>
          <p:nvPr>
            <p:ph type="title"/>
          </p:nvPr>
        </p:nvSpPr>
        <p:spPr>
          <a:xfrm>
            <a:off x="5820375" y="1664100"/>
            <a:ext cx="24462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6" name="Google Shape;336;p55"/>
          <p:cNvSpPr txBox="1">
            <a:spLocks noGrp="1"/>
          </p:cNvSpPr>
          <p:nvPr>
            <p:ph type="body" idx="1"/>
          </p:nvPr>
        </p:nvSpPr>
        <p:spPr>
          <a:xfrm>
            <a:off x="5820375" y="2498100"/>
            <a:ext cx="2446200" cy="16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3">
  <p:cSld name="CUSTOM_1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6"/>
          <p:cNvSpPr/>
          <p:nvPr/>
        </p:nvSpPr>
        <p:spPr>
          <a:xfrm>
            <a:off x="3718675" y="0"/>
            <a:ext cx="6922000" cy="5143500"/>
          </a:xfrm>
          <a:prstGeom prst="flowChartManualOperation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39" name="Google Shape;339;p56"/>
          <p:cNvCxnSpPr/>
          <p:nvPr/>
        </p:nvCxnSpPr>
        <p:spPr>
          <a:xfrm>
            <a:off x="4331975" y="-277425"/>
            <a:ext cx="1524000" cy="56877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85738" dist="85725" dir="1020000" algn="bl" rotWithShape="0">
              <a:schemeClr val="dk1"/>
            </a:outerShdw>
          </a:effectLst>
        </p:spPr>
      </p:cxnSp>
      <p:cxnSp>
        <p:nvCxnSpPr>
          <p:cNvPr id="340" name="Google Shape;340;p56"/>
          <p:cNvCxnSpPr/>
          <p:nvPr/>
        </p:nvCxnSpPr>
        <p:spPr>
          <a:xfrm>
            <a:off x="7249875" y="-125025"/>
            <a:ext cx="1524000" cy="56877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85738" dist="85725" dir="1020000" algn="bl" rotWithShape="0">
              <a:schemeClr val="dk1"/>
            </a:outerShdw>
          </a:effectLst>
        </p:spPr>
      </p:cxnSp>
      <p:sp>
        <p:nvSpPr>
          <p:cNvPr id="341" name="Google Shape;341;p56"/>
          <p:cNvSpPr txBox="1">
            <a:spLocks noGrp="1"/>
          </p:cNvSpPr>
          <p:nvPr>
            <p:ph type="title"/>
          </p:nvPr>
        </p:nvSpPr>
        <p:spPr>
          <a:xfrm>
            <a:off x="5327750" y="1328025"/>
            <a:ext cx="30897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2" name="Google Shape;342;p56"/>
          <p:cNvSpPr txBox="1">
            <a:spLocks noGrp="1"/>
          </p:cNvSpPr>
          <p:nvPr>
            <p:ph type="body" idx="1"/>
          </p:nvPr>
        </p:nvSpPr>
        <p:spPr>
          <a:xfrm>
            <a:off x="5249625" y="2148525"/>
            <a:ext cx="3167700" cy="16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914400" lvl="1" indent="-342900" algn="ctr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algn="ctr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algn="ctr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ctr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algn="ctr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algn="ctr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algn="ctr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algn="ctr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3">
  <p:cSld name="CUSTOM_12"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7"/>
          <p:cNvSpPr/>
          <p:nvPr/>
        </p:nvSpPr>
        <p:spPr>
          <a:xfrm flipH="1">
            <a:off x="-680316" y="-392500"/>
            <a:ext cx="6714919" cy="5143694"/>
          </a:xfrm>
          <a:custGeom>
            <a:avLst/>
            <a:gdLst/>
            <a:ahLst/>
            <a:cxnLst/>
            <a:rect l="l" t="t" r="r" b="b"/>
            <a:pathLst>
              <a:path w="206248" h="157988" extrusionOk="0">
                <a:moveTo>
                  <a:pt x="0" y="8636"/>
                </a:moveTo>
                <a:lnTo>
                  <a:pt x="197104" y="157988"/>
                </a:lnTo>
                <a:lnTo>
                  <a:pt x="206248" y="134620"/>
                </a:lnTo>
                <a:lnTo>
                  <a:pt x="76708" y="0"/>
                </a:lnTo>
                <a:lnTo>
                  <a:pt x="188468" y="3810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5" name="Google Shape;345;p57"/>
          <p:cNvSpPr txBox="1">
            <a:spLocks noGrp="1"/>
          </p:cNvSpPr>
          <p:nvPr>
            <p:ph type="subTitle" idx="1"/>
          </p:nvPr>
        </p:nvSpPr>
        <p:spPr>
          <a:xfrm>
            <a:off x="3818634" y="1742550"/>
            <a:ext cx="3910500" cy="165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6" name="Google Shape;346;p57"/>
          <p:cNvSpPr txBox="1">
            <a:spLocks noGrp="1"/>
          </p:cNvSpPr>
          <p:nvPr>
            <p:ph type="title"/>
          </p:nvPr>
        </p:nvSpPr>
        <p:spPr>
          <a:xfrm>
            <a:off x="1132000" y="821350"/>
            <a:ext cx="2610600" cy="75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5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4">
  <p:cSld name="CUSTOM_1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8"/>
          <p:cNvSpPr txBox="1">
            <a:spLocks noGrp="1"/>
          </p:cNvSpPr>
          <p:nvPr>
            <p:ph type="subTitle" idx="1"/>
          </p:nvPr>
        </p:nvSpPr>
        <p:spPr>
          <a:xfrm>
            <a:off x="2616750" y="2318875"/>
            <a:ext cx="3910500" cy="165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58"/>
          <p:cNvSpPr txBox="1">
            <a:spLocks noGrp="1"/>
          </p:cNvSpPr>
          <p:nvPr>
            <p:ph type="title"/>
          </p:nvPr>
        </p:nvSpPr>
        <p:spPr>
          <a:xfrm>
            <a:off x="3646182" y="1166225"/>
            <a:ext cx="1851600" cy="75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50" name="Google Shape;350;p58"/>
          <p:cNvSpPr/>
          <p:nvPr/>
        </p:nvSpPr>
        <p:spPr>
          <a:xfrm rot="-796065">
            <a:off x="-527754" y="-192960"/>
            <a:ext cx="9406271" cy="4421513"/>
          </a:xfrm>
          <a:custGeom>
            <a:avLst/>
            <a:gdLst/>
            <a:ahLst/>
            <a:cxnLst/>
            <a:rect l="l" t="t" r="r" b="b"/>
            <a:pathLst>
              <a:path w="376254" h="176862" extrusionOk="0">
                <a:moveTo>
                  <a:pt x="0" y="129946"/>
                </a:moveTo>
                <a:lnTo>
                  <a:pt x="292608" y="0"/>
                </a:lnTo>
                <a:lnTo>
                  <a:pt x="373168" y="176862"/>
                </a:lnTo>
                <a:lnTo>
                  <a:pt x="376254" y="176244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23000"/>
              </a:srgbClr>
            </a:outerShdw>
          </a:effectLst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2">
  <p:cSld name="CUSTOM_14">
    <p:bg>
      <p:bgPr>
        <a:solidFill>
          <a:schemeClr val="lt2"/>
        </a:solid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9"/>
          <p:cNvSpPr txBox="1">
            <a:spLocks noGrp="1"/>
          </p:cNvSpPr>
          <p:nvPr>
            <p:ph type="title"/>
          </p:nvPr>
        </p:nvSpPr>
        <p:spPr>
          <a:xfrm>
            <a:off x="716950" y="489675"/>
            <a:ext cx="7699200" cy="56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Fira Sans Condensed"/>
              <a:buNone/>
              <a:defRPr sz="3000" b="1"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Fira Sans Condensed"/>
              <a:buNone/>
              <a:defRPr sz="3000" b="1"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Fira Sans Condensed"/>
              <a:buNone/>
              <a:defRPr sz="3000" b="1"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Fira Sans Condensed"/>
              <a:buNone/>
              <a:defRPr sz="3000" b="1"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Fira Sans Condensed"/>
              <a:buNone/>
              <a:defRPr sz="3000" b="1"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Fira Sans Condensed"/>
              <a:buNone/>
              <a:defRPr sz="3000" b="1"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Fira Sans Condensed"/>
              <a:buNone/>
              <a:defRPr sz="3000" b="1"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Fira Sans Condensed"/>
              <a:buNone/>
              <a:defRPr sz="3000" b="1"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353" name="Google Shape;353;p59"/>
          <p:cNvSpPr/>
          <p:nvPr/>
        </p:nvSpPr>
        <p:spPr>
          <a:xfrm rot="-7089850">
            <a:off x="-1665207" y="2610830"/>
            <a:ext cx="9406362" cy="4421556"/>
          </a:xfrm>
          <a:custGeom>
            <a:avLst/>
            <a:gdLst/>
            <a:ahLst/>
            <a:cxnLst/>
            <a:rect l="l" t="t" r="r" b="b"/>
            <a:pathLst>
              <a:path w="376254" h="176862" extrusionOk="0">
                <a:moveTo>
                  <a:pt x="0" y="129946"/>
                </a:moveTo>
                <a:lnTo>
                  <a:pt x="292608" y="0"/>
                </a:lnTo>
                <a:lnTo>
                  <a:pt x="373168" y="176862"/>
                </a:lnTo>
                <a:lnTo>
                  <a:pt x="376254" y="176244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23000"/>
              </a:srgbClr>
            </a:outerShdw>
          </a:effectLst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2">
  <p:cSld name="CUSTOM_17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0"/>
          <p:cNvSpPr txBox="1">
            <a:spLocks noGrp="1"/>
          </p:cNvSpPr>
          <p:nvPr>
            <p:ph type="title"/>
          </p:nvPr>
        </p:nvSpPr>
        <p:spPr>
          <a:xfrm>
            <a:off x="1167725" y="1470900"/>
            <a:ext cx="3372000" cy="22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Fira Sans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3">
  <p:cSld name="CUSTOM_18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61"/>
          <p:cNvSpPr txBox="1">
            <a:spLocks noGrp="1"/>
          </p:cNvSpPr>
          <p:nvPr>
            <p:ph type="title"/>
          </p:nvPr>
        </p:nvSpPr>
        <p:spPr>
          <a:xfrm>
            <a:off x="2886000" y="1115850"/>
            <a:ext cx="3372000" cy="22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Fira Sans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358" name="Google Shape;358;p61"/>
          <p:cNvSpPr txBox="1">
            <a:spLocks noGrp="1"/>
          </p:cNvSpPr>
          <p:nvPr>
            <p:ph type="subTitle" idx="1"/>
          </p:nvPr>
        </p:nvSpPr>
        <p:spPr>
          <a:xfrm>
            <a:off x="2602050" y="3317550"/>
            <a:ext cx="3939900" cy="71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3">
  <p:cSld name="CUSTOM_19"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2"/>
          <p:cNvSpPr/>
          <p:nvPr/>
        </p:nvSpPr>
        <p:spPr>
          <a:xfrm rot="-2700013">
            <a:off x="-2887354" y="-1082398"/>
            <a:ext cx="8696758" cy="4148296"/>
          </a:xfrm>
          <a:prstGeom prst="flowChartExtra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61" name="Google Shape;361;p62"/>
          <p:cNvCxnSpPr/>
          <p:nvPr/>
        </p:nvCxnSpPr>
        <p:spPr>
          <a:xfrm rot="10800000" flipH="1">
            <a:off x="-379150" y="-1036950"/>
            <a:ext cx="5731800" cy="5965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71450" dist="76200" algn="bl" rotWithShape="0">
              <a:srgbClr val="000000"/>
            </a:outerShdw>
          </a:effectLst>
        </p:spPr>
      </p:cxnSp>
      <p:cxnSp>
        <p:nvCxnSpPr>
          <p:cNvPr id="362" name="Google Shape;362;p62"/>
          <p:cNvCxnSpPr/>
          <p:nvPr/>
        </p:nvCxnSpPr>
        <p:spPr>
          <a:xfrm rot="10800000" flipH="1">
            <a:off x="-758275" y="-1118250"/>
            <a:ext cx="3661500" cy="3828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71450" dist="76200" algn="bl" rotWithShape="0">
              <a:srgbClr val="000000"/>
            </a:outerShdw>
          </a:effectLst>
        </p:spPr>
      </p:cxnSp>
      <p:sp>
        <p:nvSpPr>
          <p:cNvPr id="363" name="Google Shape;363;p62"/>
          <p:cNvSpPr txBox="1">
            <a:spLocks noGrp="1"/>
          </p:cNvSpPr>
          <p:nvPr>
            <p:ph type="title"/>
          </p:nvPr>
        </p:nvSpPr>
        <p:spPr>
          <a:xfrm>
            <a:off x="691825" y="714750"/>
            <a:ext cx="2247000" cy="21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63"/>
          <p:cNvSpPr txBox="1">
            <a:spLocks noGrp="1"/>
          </p:cNvSpPr>
          <p:nvPr>
            <p:ph type="title"/>
          </p:nvPr>
        </p:nvSpPr>
        <p:spPr>
          <a:xfrm>
            <a:off x="4800300" y="2146200"/>
            <a:ext cx="3645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66" name="Google Shape;366;p63"/>
          <p:cNvSpPr txBox="1">
            <a:spLocks noGrp="1"/>
          </p:cNvSpPr>
          <p:nvPr>
            <p:ph type="title" idx="2" hasCustomPrompt="1"/>
          </p:nvPr>
        </p:nvSpPr>
        <p:spPr>
          <a:xfrm>
            <a:off x="4800300" y="1354450"/>
            <a:ext cx="3645000" cy="75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67" name="Google Shape;367;p63"/>
          <p:cNvSpPr txBox="1">
            <a:spLocks noGrp="1"/>
          </p:cNvSpPr>
          <p:nvPr>
            <p:ph type="subTitle" idx="1"/>
          </p:nvPr>
        </p:nvSpPr>
        <p:spPr>
          <a:xfrm>
            <a:off x="5399850" y="2947250"/>
            <a:ext cx="24459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CUSTOM_2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64"/>
          <p:cNvSpPr/>
          <p:nvPr/>
        </p:nvSpPr>
        <p:spPr>
          <a:xfrm flipH="1">
            <a:off x="-192025" y="-75375"/>
            <a:ext cx="9846125" cy="5262200"/>
          </a:xfrm>
          <a:custGeom>
            <a:avLst/>
            <a:gdLst/>
            <a:ahLst/>
            <a:cxnLst/>
            <a:rect l="l" t="t" r="r" b="b"/>
            <a:pathLst>
              <a:path w="393845" h="210488" extrusionOk="0">
                <a:moveTo>
                  <a:pt x="331671" y="1130"/>
                </a:moveTo>
                <a:lnTo>
                  <a:pt x="393845" y="91566"/>
                </a:lnTo>
                <a:lnTo>
                  <a:pt x="155775" y="678"/>
                </a:lnTo>
                <a:lnTo>
                  <a:pt x="80035" y="210488"/>
                </a:lnTo>
                <a:lnTo>
                  <a:pt x="0" y="122766"/>
                </a:lnTo>
                <a:lnTo>
                  <a:pt x="36400" y="0"/>
                </a:lnTo>
                <a:lnTo>
                  <a:pt x="30748" y="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70" name="Google Shape;370;p64"/>
          <p:cNvSpPr txBox="1">
            <a:spLocks noGrp="1"/>
          </p:cNvSpPr>
          <p:nvPr>
            <p:ph type="title"/>
          </p:nvPr>
        </p:nvSpPr>
        <p:spPr>
          <a:xfrm flipH="1">
            <a:off x="4559975" y="2191925"/>
            <a:ext cx="3645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71" name="Google Shape;371;p64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4559975" y="1400175"/>
            <a:ext cx="3645000" cy="75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72" name="Google Shape;372;p64"/>
          <p:cNvSpPr txBox="1">
            <a:spLocks noGrp="1"/>
          </p:cNvSpPr>
          <p:nvPr>
            <p:ph type="subTitle" idx="1"/>
          </p:nvPr>
        </p:nvSpPr>
        <p:spPr>
          <a:xfrm flipH="1">
            <a:off x="5759075" y="2992975"/>
            <a:ext cx="24459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CUSTOM_2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65"/>
          <p:cNvSpPr txBox="1">
            <a:spLocks noGrp="1"/>
          </p:cNvSpPr>
          <p:nvPr>
            <p:ph type="title"/>
          </p:nvPr>
        </p:nvSpPr>
        <p:spPr>
          <a:xfrm>
            <a:off x="711250" y="1328025"/>
            <a:ext cx="30897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5" name="Google Shape;375;p65"/>
          <p:cNvSpPr txBox="1">
            <a:spLocks noGrp="1"/>
          </p:cNvSpPr>
          <p:nvPr>
            <p:ph type="body" idx="1"/>
          </p:nvPr>
        </p:nvSpPr>
        <p:spPr>
          <a:xfrm>
            <a:off x="711250" y="2148525"/>
            <a:ext cx="3089700" cy="16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914400" lvl="1" indent="-3429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76" name="Google Shape;376;p65"/>
          <p:cNvSpPr/>
          <p:nvPr/>
        </p:nvSpPr>
        <p:spPr>
          <a:xfrm>
            <a:off x="-234275" y="-188950"/>
            <a:ext cx="5999325" cy="5378225"/>
          </a:xfrm>
          <a:custGeom>
            <a:avLst/>
            <a:gdLst/>
            <a:ahLst/>
            <a:cxnLst/>
            <a:rect l="l" t="t" r="r" b="b"/>
            <a:pathLst>
              <a:path w="239973" h="215129" extrusionOk="0">
                <a:moveTo>
                  <a:pt x="223646" y="0"/>
                </a:moveTo>
                <a:lnTo>
                  <a:pt x="153887" y="66690"/>
                </a:lnTo>
                <a:lnTo>
                  <a:pt x="239973" y="215129"/>
                </a:lnTo>
                <a:lnTo>
                  <a:pt x="0" y="88917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CUSTOM_26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6"/>
          <p:cNvSpPr txBox="1">
            <a:spLocks noGrp="1"/>
          </p:cNvSpPr>
          <p:nvPr>
            <p:ph type="title"/>
          </p:nvPr>
        </p:nvSpPr>
        <p:spPr>
          <a:xfrm>
            <a:off x="3027150" y="1701300"/>
            <a:ext cx="30897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9" name="Google Shape;379;p66"/>
          <p:cNvSpPr txBox="1">
            <a:spLocks noGrp="1"/>
          </p:cNvSpPr>
          <p:nvPr>
            <p:ph type="body" idx="1"/>
          </p:nvPr>
        </p:nvSpPr>
        <p:spPr>
          <a:xfrm>
            <a:off x="3027150" y="2521800"/>
            <a:ext cx="3089700" cy="16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914400" lvl="1" indent="-342900" algn="ctr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algn="ctr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algn="ctr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ctr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algn="ctr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algn="ctr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algn="ctr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algn="ctr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80" name="Google Shape;380;p66"/>
          <p:cNvSpPr/>
          <p:nvPr/>
        </p:nvSpPr>
        <p:spPr>
          <a:xfrm rot="9643457">
            <a:off x="1602348" y="-3934616"/>
            <a:ext cx="9405942" cy="4421358"/>
          </a:xfrm>
          <a:custGeom>
            <a:avLst/>
            <a:gdLst/>
            <a:ahLst/>
            <a:cxnLst/>
            <a:rect l="l" t="t" r="r" b="b"/>
            <a:pathLst>
              <a:path w="376254" h="176862" extrusionOk="0">
                <a:moveTo>
                  <a:pt x="0" y="129946"/>
                </a:moveTo>
                <a:lnTo>
                  <a:pt x="292608" y="0"/>
                </a:lnTo>
                <a:lnTo>
                  <a:pt x="373168" y="176862"/>
                </a:lnTo>
                <a:lnTo>
                  <a:pt x="376254" y="176244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23000"/>
              </a:srgbClr>
            </a:outerShdw>
          </a:effectLst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2">
  <p:cSld name="CUSTOM_2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7"/>
          <p:cNvSpPr txBox="1">
            <a:spLocks noGrp="1"/>
          </p:cNvSpPr>
          <p:nvPr>
            <p:ph type="title"/>
          </p:nvPr>
        </p:nvSpPr>
        <p:spPr>
          <a:xfrm>
            <a:off x="4031873" y="1840200"/>
            <a:ext cx="2856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83" name="Google Shape;383;p67"/>
          <p:cNvSpPr txBox="1">
            <a:spLocks noGrp="1"/>
          </p:cNvSpPr>
          <p:nvPr>
            <p:ph type="title" idx="2" hasCustomPrompt="1"/>
          </p:nvPr>
        </p:nvSpPr>
        <p:spPr>
          <a:xfrm>
            <a:off x="2232225" y="2188950"/>
            <a:ext cx="1755300" cy="75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84" name="Google Shape;384;p67"/>
          <p:cNvSpPr txBox="1">
            <a:spLocks noGrp="1"/>
          </p:cNvSpPr>
          <p:nvPr>
            <p:ph type="subTitle" idx="1"/>
          </p:nvPr>
        </p:nvSpPr>
        <p:spPr>
          <a:xfrm>
            <a:off x="4031873" y="2816708"/>
            <a:ext cx="2856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IG_NUMBER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8"/>
          <p:cNvSpPr txBox="1">
            <a:spLocks noGrp="1"/>
          </p:cNvSpPr>
          <p:nvPr>
            <p:ph type="subTitle" idx="1"/>
          </p:nvPr>
        </p:nvSpPr>
        <p:spPr>
          <a:xfrm>
            <a:off x="677950" y="1259375"/>
            <a:ext cx="3387900" cy="142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87" name="Google Shape;387;p68"/>
          <p:cNvSpPr txBox="1">
            <a:spLocks noGrp="1"/>
          </p:cNvSpPr>
          <p:nvPr>
            <p:ph type="title"/>
          </p:nvPr>
        </p:nvSpPr>
        <p:spPr>
          <a:xfrm>
            <a:off x="634238" y="39982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88" name="Google Shape;388;p68"/>
          <p:cNvSpPr/>
          <p:nvPr/>
        </p:nvSpPr>
        <p:spPr>
          <a:xfrm>
            <a:off x="2536100" y="2685825"/>
            <a:ext cx="7118750" cy="2522875"/>
          </a:xfrm>
          <a:custGeom>
            <a:avLst/>
            <a:gdLst/>
            <a:ahLst/>
            <a:cxnLst/>
            <a:rect l="l" t="t" r="r" b="b"/>
            <a:pathLst>
              <a:path w="284750" h="100915" extrusionOk="0">
                <a:moveTo>
                  <a:pt x="230251" y="100132"/>
                </a:moveTo>
                <a:lnTo>
                  <a:pt x="271191" y="58671"/>
                </a:lnTo>
                <a:lnTo>
                  <a:pt x="0" y="100915"/>
                </a:lnTo>
                <a:lnTo>
                  <a:pt x="284750" y="0"/>
                </a:lnTo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89" name="Google Shape;389;p68"/>
          <p:cNvSpPr txBox="1"/>
          <p:nvPr/>
        </p:nvSpPr>
        <p:spPr>
          <a:xfrm>
            <a:off x="676850" y="3200550"/>
            <a:ext cx="3571800" cy="7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Fira Sans Condensed"/>
                <a:sym typeface="Fira Sans Condensed"/>
              </a:rPr>
              <a:t>CREDITS: This presentation template was created by </a:t>
            </a:r>
            <a:r>
              <a:rPr lang="zh-TW" sz="1000" b="1">
                <a:solidFill>
                  <a:schemeClr val="dk1"/>
                </a:solidFill>
                <a:uFill>
                  <a:noFill/>
                </a:uFill>
                <a:latin typeface="微軟正黑體" panose="020B0604030504040204" pitchFamily="34" charset="-120"/>
                <a:ea typeface="微軟正黑體" panose="020B0604030504040204" pitchFamily="34" charset="-120"/>
                <a:cs typeface="Fira Sans Condensed"/>
                <a:sym typeface="Fira Sans Condense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zh-TW" sz="100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Fira Sans Condensed"/>
                <a:sym typeface="Fira Sans Condensed"/>
              </a:rPr>
              <a:t>, including icons by </a:t>
            </a:r>
            <a:r>
              <a:rPr lang="zh-TW" sz="1000" b="1">
                <a:solidFill>
                  <a:schemeClr val="dk1"/>
                </a:solidFill>
                <a:uFill>
                  <a:noFill/>
                </a:uFill>
                <a:latin typeface="微軟正黑體" panose="020B0604030504040204" pitchFamily="34" charset="-120"/>
                <a:ea typeface="微軟正黑體" panose="020B0604030504040204" pitchFamily="34" charset="-120"/>
                <a:cs typeface="Fira Sans Condensed"/>
                <a:sym typeface="Fira Sans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zh-TW" sz="100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Fira Sans Condensed"/>
                <a:sym typeface="Fira Sans Condensed"/>
              </a:rPr>
              <a:t>, and infographics &amp; images by </a:t>
            </a:r>
            <a:r>
              <a:rPr lang="zh-TW" sz="1000" b="1">
                <a:solidFill>
                  <a:schemeClr val="dk1"/>
                </a:solidFill>
                <a:uFill>
                  <a:noFill/>
                </a:uFill>
                <a:latin typeface="微軟正黑體" panose="020B0604030504040204" pitchFamily="34" charset="-120"/>
                <a:ea typeface="微軟正黑體" panose="020B0604030504040204" pitchFamily="34" charset="-120"/>
                <a:cs typeface="Fira Sans Condensed"/>
                <a:sym typeface="Fira Sans Condense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Fira Sans Condensed"/>
              <a:sym typeface="Fira Sans Condensed"/>
            </a:endParaRP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slideLayout" Target="../slideLayouts/slideLayout61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8" Type="http://schemas.openxmlformats.org/officeDocument/2006/relationships/slideLayout" Target="../slideLayouts/slideLayout19.xml"/><Relationship Id="rId51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7071" y="50329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Fira Sans Condensed ExtraBold"/>
              <a:buNone/>
              <a:defRPr sz="2800">
                <a:solidFill>
                  <a:schemeClr val="accent2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7200" y="1152475"/>
            <a:ext cx="7726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Fira Sans Condensed"/>
              <a:buChar char="●"/>
              <a:defRPr sz="1800"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Fira Sans Condensed"/>
              <a:buChar char="○"/>
              <a:defRPr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Fira Sans Condensed"/>
              <a:buChar char="■"/>
              <a:defRPr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Fira Sans Condensed"/>
              <a:buChar char="●"/>
              <a:defRPr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Fira Sans Condensed"/>
              <a:buChar char="○"/>
              <a:defRPr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Fira Sans Condensed"/>
              <a:buChar char="■"/>
              <a:defRPr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Fira Sans Condensed"/>
              <a:buChar char="●"/>
              <a:defRPr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Fira Sans Condensed"/>
              <a:buChar char="○"/>
              <a:defRPr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Fira Sans Condensed"/>
              <a:buChar char="■"/>
              <a:defRPr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Fira Sans Condensed"/>
              </a:defRPr>
            </a:lvl1pPr>
            <a:lvl2pPr lvl="1" algn="r">
              <a:buNone/>
              <a:defRPr sz="1300"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r">
              <a:buNone/>
              <a:defRPr sz="1300"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r">
              <a:buNone/>
              <a:defRPr sz="1300"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r">
              <a:buNone/>
              <a:defRPr sz="1300"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r">
              <a:buNone/>
              <a:defRPr sz="1300"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r">
              <a:buNone/>
              <a:defRPr sz="1300"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r">
              <a:buNone/>
              <a:defRPr sz="1300"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r">
              <a:buNone/>
              <a:defRPr sz="1300"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1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  <p:sldLayoutId id="2147483690" r:id="rId28"/>
    <p:sldLayoutId id="2147483691" r:id="rId29"/>
    <p:sldLayoutId id="2147483692" r:id="rId30"/>
    <p:sldLayoutId id="2147483693" r:id="rId31"/>
    <p:sldLayoutId id="2147483694" r:id="rId32"/>
    <p:sldLayoutId id="2147483695" r:id="rId33"/>
    <p:sldLayoutId id="2147483697" r:id="rId34"/>
    <p:sldLayoutId id="2147483698" r:id="rId35"/>
    <p:sldLayoutId id="2147483699" r:id="rId36"/>
    <p:sldLayoutId id="2147483700" r:id="rId37"/>
    <p:sldLayoutId id="2147483701" r:id="rId38"/>
    <p:sldLayoutId id="2147483702" r:id="rId39"/>
    <p:sldLayoutId id="2147483703" r:id="rId40"/>
    <p:sldLayoutId id="2147483704" r:id="rId41"/>
    <p:sldLayoutId id="2147483705" r:id="rId42"/>
    <p:sldLayoutId id="2147483706" r:id="rId43"/>
    <p:sldLayoutId id="2147483707" r:id="rId44"/>
    <p:sldLayoutId id="2147483708" r:id="rId45"/>
    <p:sldLayoutId id="2147483709" r:id="rId46"/>
    <p:sldLayoutId id="2147483710" r:id="rId47"/>
    <p:sldLayoutId id="2147483711" r:id="rId48"/>
    <p:sldLayoutId id="2147483712" r:id="rId49"/>
    <p:sldLayoutId id="2147483713" r:id="rId5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標楷體" panose="03000509000000000000" pitchFamily="65" charset="-120"/>
          <a:ea typeface="標楷體" panose="03000509000000000000" pitchFamily="65" charset="-12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微軟正黑體" panose="020B0604030504040204" pitchFamily="34" charset="-120"/>
          <a:ea typeface="微軟正黑體" panose="020B0604030504040204" pitchFamily="34" charset="-12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https://www.youtube.com/embed/o3cRj6e6SbA?list=PL5n_9-lZjNoYFreZf3bjpXIyBRzlHAGDd" TargetMode="External"/><Relationship Id="rId1" Type="http://schemas.openxmlformats.org/officeDocument/2006/relationships/video" Target="https://www.youtube.com/embed/5VmSQs6XFf4?list=PLA-rjqdbFqrBOFFnQhANRsA9ewXmzxHiN" TargetMode="Externa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analytics-vidhya/adding-noise-to-audio-clips-5d8cee24ccb8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>
          <a:extLst>
            <a:ext uri="{FF2B5EF4-FFF2-40B4-BE49-F238E27FC236}">
              <a16:creationId xmlns:a16="http://schemas.microsoft.com/office/drawing/2014/main" id="{0FB5EEEE-3DC7-4441-9D32-138CB9A81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91">
            <a:extLst>
              <a:ext uri="{FF2B5EF4-FFF2-40B4-BE49-F238E27FC236}">
                <a16:creationId xmlns:a16="http://schemas.microsoft.com/office/drawing/2014/main" id="{7BE53CD0-E84B-8A5D-7292-9C39543B1BB8}"/>
              </a:ext>
            </a:extLst>
          </p:cNvPr>
          <p:cNvSpPr txBox="1"/>
          <p:nvPr/>
        </p:nvSpPr>
        <p:spPr>
          <a:xfrm>
            <a:off x="479550" y="715271"/>
            <a:ext cx="8195400" cy="1756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u"/>
            </a:pPr>
            <a:r>
              <a:rPr lang="zh-TW" altLang="en-US" sz="2000">
                <a:solidFill>
                  <a:schemeClr val="dk1"/>
                </a:solidFill>
                <a:latin typeface="+mn-ea"/>
                <a:ea typeface="+mn-ea"/>
              </a:rPr>
              <a:t>車禍撞擊聲音辨識</a:t>
            </a:r>
            <a:endParaRPr lang="en-US" altLang="zh-TW" sz="2000">
              <a:solidFill>
                <a:schemeClr val="dk1"/>
              </a:solidFill>
              <a:latin typeface="+mn-ea"/>
              <a:ea typeface="+mn-ea"/>
            </a:endParaRPr>
          </a:p>
          <a:p>
            <a:pPr marL="342900" lvl="0" indent="-34290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u"/>
            </a:pPr>
            <a:r>
              <a:rPr lang="en-US" sz="2000">
                <a:solidFill>
                  <a:schemeClr val="dk1"/>
                </a:solidFill>
                <a:latin typeface="+mn-ea"/>
                <a:ea typeface="+mn-ea"/>
              </a:rPr>
              <a:t>Data collection from Youtube</a:t>
            </a:r>
            <a:endParaRPr sz="2000">
              <a:solidFill>
                <a:schemeClr val="dk1"/>
              </a:solidFill>
              <a:latin typeface="+mn-ea"/>
              <a:ea typeface="+mn-ea"/>
            </a:endParaRPr>
          </a:p>
        </p:txBody>
      </p:sp>
      <p:sp>
        <p:nvSpPr>
          <p:cNvPr id="582" name="Google Shape;582;p91">
            <a:extLst>
              <a:ext uri="{FF2B5EF4-FFF2-40B4-BE49-F238E27FC236}">
                <a16:creationId xmlns:a16="http://schemas.microsoft.com/office/drawing/2014/main" id="{B1EFA708-0404-1E03-9637-28BB511ED1E3}"/>
              </a:ext>
            </a:extLst>
          </p:cNvPr>
          <p:cNvSpPr txBox="1"/>
          <p:nvPr/>
        </p:nvSpPr>
        <p:spPr>
          <a:xfrm>
            <a:off x="469050" y="182875"/>
            <a:ext cx="88578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b="1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Supervised learning project</a:t>
            </a:r>
            <a:endParaRPr sz="2800" b="1">
              <a:solidFill>
                <a:schemeClr val="accent2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83" name="Google Shape;583;p91">
            <a:extLst>
              <a:ext uri="{FF2B5EF4-FFF2-40B4-BE49-F238E27FC236}">
                <a16:creationId xmlns:a16="http://schemas.microsoft.com/office/drawing/2014/main" id="{4A9E4680-F9E7-71F0-E3D9-62733BB95A8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2000" b="1" smtClean="0"/>
              <a:t>1</a:t>
            </a:fld>
            <a:endParaRPr lang="en-US" sz="2000" b="1"/>
          </a:p>
        </p:txBody>
      </p:sp>
      <p:pic>
        <p:nvPicPr>
          <p:cNvPr id="2" name="線上媒體 1" title="Realistic Highway Car Crashes #23">
            <a:hlinkClick r:id="" action="ppaction://media"/>
            <a:extLst>
              <a:ext uri="{FF2B5EF4-FFF2-40B4-BE49-F238E27FC236}">
                <a16:creationId xmlns:a16="http://schemas.microsoft.com/office/drawing/2014/main" id="{62C15D6D-602E-22FD-8172-B395D358240B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0" y="2917767"/>
            <a:ext cx="3942433" cy="2225733"/>
          </a:xfrm>
          <a:prstGeom prst="rect">
            <a:avLst/>
          </a:prstGeom>
        </p:spPr>
      </p:pic>
      <p:pic>
        <p:nvPicPr>
          <p:cNvPr id="3" name="線上媒體 2" title="Moto Morini 350 (500) ride-by">
            <a:hlinkClick r:id="" action="ppaction://media"/>
            <a:extLst>
              <a:ext uri="{FF2B5EF4-FFF2-40B4-BE49-F238E27FC236}">
                <a16:creationId xmlns:a16="http://schemas.microsoft.com/office/drawing/2014/main" id="{DF7A824C-CCE3-2D86-AE1B-16E9F89E29A3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6"/>
          <a:stretch>
            <a:fillRect/>
          </a:stretch>
        </p:blipFill>
        <p:spPr>
          <a:xfrm>
            <a:off x="4374695" y="2917718"/>
            <a:ext cx="3942433" cy="2225733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E1035C80-D7EA-70A1-22A5-57AEF16FEB65}"/>
              </a:ext>
            </a:extLst>
          </p:cNvPr>
          <p:cNvSpPr txBox="1"/>
          <p:nvPr/>
        </p:nvSpPr>
        <p:spPr>
          <a:xfrm>
            <a:off x="6022745" y="254294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800" b="1"/>
              <a:t>正常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5290CC6-5382-FF5E-20C1-5E2A446F8098}"/>
              </a:ext>
            </a:extLst>
          </p:cNvPr>
          <p:cNvSpPr txBox="1"/>
          <p:nvPr/>
        </p:nvSpPr>
        <p:spPr>
          <a:xfrm>
            <a:off x="1648050" y="254294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800" b="1"/>
              <a:t>撞擊</a:t>
            </a:r>
          </a:p>
        </p:txBody>
      </p:sp>
    </p:spTree>
    <p:extLst>
      <p:ext uri="{BB962C8B-B14F-4D97-AF65-F5344CB8AC3E}">
        <p14:creationId xmlns:p14="http://schemas.microsoft.com/office/powerpoint/2010/main" val="2578735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82;p91">
            <a:extLst>
              <a:ext uri="{FF2B5EF4-FFF2-40B4-BE49-F238E27FC236}">
                <a16:creationId xmlns:a16="http://schemas.microsoft.com/office/drawing/2014/main" id="{E5096F77-493D-3B21-9970-900FE3FD1783}"/>
              </a:ext>
            </a:extLst>
          </p:cNvPr>
          <p:cNvSpPr txBox="1"/>
          <p:nvPr/>
        </p:nvSpPr>
        <p:spPr>
          <a:xfrm>
            <a:off x="469050" y="182875"/>
            <a:ext cx="88578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800" b="1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實驗設計</a:t>
            </a:r>
            <a:endParaRPr sz="2800" b="1">
              <a:solidFill>
                <a:schemeClr val="accent2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34444D2-A7B1-88BC-0801-D0F71B37B9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071730"/>
              </p:ext>
            </p:extLst>
          </p:nvPr>
        </p:nvGraphicFramePr>
        <p:xfrm>
          <a:off x="1124989" y="1126721"/>
          <a:ext cx="6096000" cy="3235960"/>
        </p:xfrm>
        <a:graphic>
          <a:graphicData uri="http://schemas.openxmlformats.org/drawingml/2006/table">
            <a:tbl>
              <a:tblPr firstRow="1" bandRow="1">
                <a:tableStyleId>{13D2B912-7716-4288-85A4-DB01C775FFF7}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1338024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556242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1935278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sz="16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ML</a:t>
                      </a:r>
                      <a:endParaRPr lang="zh-TW" altLang="en-US" sz="16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DL</a:t>
                      </a:r>
                      <a:endParaRPr lang="zh-TW" altLang="en-US" sz="16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1318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正常資料訓練</a:t>
                      </a:r>
                      <a:endParaRPr lang="en-US" altLang="zh-TW" sz="16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資料擴充</a:t>
                      </a:r>
                      <a:endParaRPr lang="en-US" altLang="zh-TW" sz="16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t-sne</a:t>
                      </a: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降維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正常資料</a:t>
                      </a:r>
                      <a:endParaRPr lang="en-US" altLang="zh-TW" sz="16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資料擴充</a:t>
                      </a:r>
                      <a:endParaRPr lang="en-US" altLang="zh-TW" sz="16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Features</a:t>
                      </a: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(Mel v.s MFCC)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Imbalanced weight</a:t>
                      </a:r>
                      <a:endParaRPr lang="zh-TW" altLang="en-US" sz="16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8856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做法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u"/>
                      </a:pP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每個影片以 </a:t>
                      </a: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秒切分</a:t>
                      </a:r>
                      <a:endParaRPr lang="en-US" altLang="zh-TW" sz="16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u"/>
                      </a:pP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將 </a:t>
                      </a: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秒片段轉換成</a:t>
                      </a: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features</a:t>
                      </a: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訓練</a:t>
                      </a:r>
                      <a:endParaRPr lang="en-US" altLang="zh-TW" sz="16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u"/>
                      </a:pP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用 </a:t>
                      </a: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group-cross validation</a:t>
                      </a: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避免 </a:t>
                      </a: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 leakage</a:t>
                      </a:r>
                      <a:endParaRPr lang="zh-TW" altLang="en-US" sz="16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endParaRPr lang="zh-TW" altLang="en-US" sz="16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699197"/>
                  </a:ext>
                </a:extLst>
              </a:tr>
            </a:tbl>
          </a:graphicData>
        </a:graphic>
      </p:graphicFrame>
      <p:sp>
        <p:nvSpPr>
          <p:cNvPr id="8" name="Google Shape;583;p91">
            <a:extLst>
              <a:ext uri="{FF2B5EF4-FFF2-40B4-BE49-F238E27FC236}">
                <a16:creationId xmlns:a16="http://schemas.microsoft.com/office/drawing/2014/main" id="{D26A62B6-AC5D-FA85-A5BE-2D03125C452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2000" b="1" smtClean="0"/>
              <a:t>2</a:t>
            </a:fld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38393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2FE9F-D417-6ED4-BF46-9752C68CF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150;p84">
            <a:extLst>
              <a:ext uri="{FF2B5EF4-FFF2-40B4-BE49-F238E27FC236}">
                <a16:creationId xmlns:a16="http://schemas.microsoft.com/office/drawing/2014/main" id="{75158D73-FABD-ABDB-0048-14D45EEE9C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5659" y="-4614"/>
            <a:ext cx="806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資料擴充 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- </a:t>
            </a:r>
            <a:r>
              <a:rPr 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Noise addition</a:t>
            </a:r>
            <a:endParaRPr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Google Shape;1143;p83">
            <a:extLst>
              <a:ext uri="{FF2B5EF4-FFF2-40B4-BE49-F238E27FC236}">
                <a16:creationId xmlns:a16="http://schemas.microsoft.com/office/drawing/2014/main" id="{9FA701E1-5AE9-5EAC-0CB4-2CA4BF0D56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43323" y="663771"/>
            <a:ext cx="7416863" cy="13852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58800" lvl="0" indent="-457200" algn="l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zh-TW" altLang="en-US" sz="2000">
                <a:solidFill>
                  <a:schemeClr val="accent3">
                    <a:lumMod val="1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先用 </a:t>
            </a:r>
            <a:r>
              <a:rPr lang="en-US" altLang="zh-TW" sz="2000" b="1">
                <a:solidFill>
                  <a:schemeClr val="accent3">
                    <a:lumMod val="1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librosa </a:t>
            </a:r>
            <a:r>
              <a:rPr lang="zh-TW" altLang="en-US" sz="2000">
                <a:solidFill>
                  <a:schemeClr val="accent3">
                    <a:lumMod val="1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讀取音檔得到訊號</a:t>
            </a:r>
            <a:endParaRPr lang="en-US" altLang="zh-TW" sz="2000">
              <a:solidFill>
                <a:schemeClr val="accent3">
                  <a:lumMod val="1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58800" lvl="0" indent="-457200" algn="l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zh-TW" altLang="en-US" sz="2000">
                <a:solidFill>
                  <a:schemeClr val="accent3">
                    <a:lumMod val="1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再利用 </a:t>
            </a:r>
            <a:r>
              <a:rPr lang="en-US" altLang="zh-TW" sz="2000" b="1">
                <a:solidFill>
                  <a:schemeClr val="accent3">
                    <a:lumMod val="1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SNR </a:t>
            </a:r>
            <a:r>
              <a:rPr lang="zh-TW" altLang="en-US" sz="2000">
                <a:solidFill>
                  <a:schemeClr val="accent3">
                    <a:lumMod val="1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公式換算出噪音的 </a:t>
            </a:r>
            <a:r>
              <a:rPr lang="en-US" altLang="zh-TW" sz="2000" b="1">
                <a:solidFill>
                  <a:schemeClr val="accent3">
                    <a:lumMod val="1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RMS(root mean square)</a:t>
            </a:r>
            <a:br>
              <a:rPr lang="en-US" altLang="zh-TW" sz="2000">
                <a:solidFill>
                  <a:schemeClr val="accent3">
                    <a:lumMod val="1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2000">
                <a:solidFill>
                  <a:schemeClr val="accent3">
                    <a:lumMod val="1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這邊 </a:t>
            </a:r>
            <a:r>
              <a:rPr lang="en-US" altLang="zh-TW" sz="2000" b="1">
                <a:solidFill>
                  <a:schemeClr val="accent3">
                    <a:lumMod val="1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SNR </a:t>
            </a:r>
            <a:r>
              <a:rPr lang="zh-TW" altLang="en-US" sz="2000">
                <a:solidFill>
                  <a:schemeClr val="accent3">
                    <a:lumMod val="1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設定成 </a:t>
            </a:r>
            <a:r>
              <a:rPr lang="en-US" altLang="zh-TW" sz="2000" b="1">
                <a:solidFill>
                  <a:schemeClr val="accent3">
                    <a:lumMod val="1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</a:t>
            </a:r>
          </a:p>
          <a:p>
            <a:pPr marL="558800" lvl="0" indent="-457200" algn="l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zh-TW" altLang="en-US" sz="2000">
                <a:solidFill>
                  <a:schemeClr val="accent3">
                    <a:lumMod val="1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利用高斯噪音模擬均勻分布得到</a:t>
            </a:r>
            <a:r>
              <a:rPr lang="zh-TW" altLang="en-US" sz="2000" b="1">
                <a:solidFill>
                  <a:schemeClr val="accent3">
                    <a:lumMod val="1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白噪音</a:t>
            </a:r>
            <a:endParaRPr lang="en-US" altLang="zh-TW" sz="2000" b="1">
              <a:solidFill>
                <a:schemeClr val="accent3">
                  <a:lumMod val="1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58800" lvl="0" indent="-457200" algn="l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zh-TW" altLang="en-US" sz="2000">
                <a:solidFill>
                  <a:schemeClr val="accent3">
                    <a:lumMod val="1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將白噪音添加到訊號當中，即完成資料擴充</a:t>
            </a:r>
            <a:endParaRPr sz="2000" dirty="0">
              <a:solidFill>
                <a:schemeClr val="accent3">
                  <a:lumMod val="1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F1BACDA-A377-B08C-2B9E-2A1C6BCE2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3581" y="2989691"/>
            <a:ext cx="4100419" cy="906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2E8DF8AA-89EE-449E-0960-5A4046B7E646}"/>
              </a:ext>
            </a:extLst>
          </p:cNvPr>
          <p:cNvSpPr txBox="1"/>
          <p:nvPr/>
        </p:nvSpPr>
        <p:spPr>
          <a:xfrm>
            <a:off x="1464745" y="4835723"/>
            <a:ext cx="59859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https://medium.com/analytics-vidhya/adding-noise-to-audio-clips-5d8cee24ccb8</a:t>
            </a:r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image">
            <a:extLst>
              <a:ext uri="{FF2B5EF4-FFF2-40B4-BE49-F238E27FC236}">
                <a16:creationId xmlns:a16="http://schemas.microsoft.com/office/drawing/2014/main" id="{DCE6660C-DC33-A81F-190F-1A10290783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55065"/>
            <a:ext cx="4984950" cy="2280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6035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A59B8-CE73-F525-653E-C2EAD8641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06C370D-ABEE-4CF3-2CA4-59C2650C85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058094"/>
              </p:ext>
            </p:extLst>
          </p:nvPr>
        </p:nvGraphicFramePr>
        <p:xfrm>
          <a:off x="0" y="1885870"/>
          <a:ext cx="8857800" cy="3257630"/>
        </p:xfrm>
        <a:graphic>
          <a:graphicData uri="http://schemas.openxmlformats.org/drawingml/2006/table">
            <a:tbl>
              <a:tblPr firstRow="1" bandRow="1">
                <a:tableStyleId>{13D2B912-7716-4288-85A4-DB01C775FFF7}</a:tableStyleId>
              </a:tblPr>
              <a:tblGrid>
                <a:gridCol w="1476300">
                  <a:extLst>
                    <a:ext uri="{9D8B030D-6E8A-4147-A177-3AD203B41FA5}">
                      <a16:colId xmlns:a16="http://schemas.microsoft.com/office/drawing/2014/main" val="4233500605"/>
                    </a:ext>
                  </a:extLst>
                </a:gridCol>
                <a:gridCol w="1476300">
                  <a:extLst>
                    <a:ext uri="{9D8B030D-6E8A-4147-A177-3AD203B41FA5}">
                      <a16:colId xmlns:a16="http://schemas.microsoft.com/office/drawing/2014/main" val="1660447335"/>
                    </a:ext>
                  </a:extLst>
                </a:gridCol>
                <a:gridCol w="1476300">
                  <a:extLst>
                    <a:ext uri="{9D8B030D-6E8A-4147-A177-3AD203B41FA5}">
                      <a16:colId xmlns:a16="http://schemas.microsoft.com/office/drawing/2014/main" val="4179467402"/>
                    </a:ext>
                  </a:extLst>
                </a:gridCol>
                <a:gridCol w="1476300">
                  <a:extLst>
                    <a:ext uri="{9D8B030D-6E8A-4147-A177-3AD203B41FA5}">
                      <a16:colId xmlns:a16="http://schemas.microsoft.com/office/drawing/2014/main" val="3713300590"/>
                    </a:ext>
                  </a:extLst>
                </a:gridCol>
                <a:gridCol w="1476300">
                  <a:extLst>
                    <a:ext uri="{9D8B030D-6E8A-4147-A177-3AD203B41FA5}">
                      <a16:colId xmlns:a16="http://schemas.microsoft.com/office/drawing/2014/main" val="3190836729"/>
                    </a:ext>
                  </a:extLst>
                </a:gridCol>
                <a:gridCol w="1476300">
                  <a:extLst>
                    <a:ext uri="{9D8B030D-6E8A-4147-A177-3AD203B41FA5}">
                      <a16:colId xmlns:a16="http://schemas.microsoft.com/office/drawing/2014/main" val="794861859"/>
                    </a:ext>
                  </a:extLst>
                </a:gridCol>
              </a:tblGrid>
              <a:tr h="417389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Fold0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fold1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fold2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fold3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fold4</a:t>
                      </a:r>
                      <a:endParaRPr lang="zh-TW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792499"/>
                  </a:ext>
                </a:extLst>
              </a:tr>
              <a:tr h="417389">
                <a:tc>
                  <a:txBody>
                    <a:bodyPr/>
                    <a:lstStyle/>
                    <a:p>
                      <a:r>
                        <a:rPr lang="en-US" altLang="zh-TW" sz="1400"/>
                        <a:t>Train Acc.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>
                          <a:solidFill>
                            <a:schemeClr val="tx1"/>
                          </a:solidFill>
                        </a:rPr>
                        <a:t>0.96/0.94/0.93</a:t>
                      </a:r>
                      <a:endParaRPr lang="zh-TW" alt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0.92/0.92/0.90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0.91/0.92/0.89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0.92/0.92/0.91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0.91/0.92/0.90</a:t>
                      </a:r>
                      <a:endParaRPr lang="zh-TW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1064517"/>
                  </a:ext>
                </a:extLst>
              </a:tr>
              <a:tr h="605713">
                <a:tc>
                  <a:txBody>
                    <a:bodyPr/>
                    <a:lstStyle/>
                    <a:p>
                      <a:r>
                        <a:rPr lang="en-US" altLang="zh-TW" sz="1400"/>
                        <a:t>Valid Acc.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0.63/0.67/0.44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0.87/0.90/0.85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0.87/0.88/0.94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0.62/0.71/0.73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0.62/0.78/0.79</a:t>
                      </a:r>
                      <a:endParaRPr lang="zh-TW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961458"/>
                  </a:ext>
                </a:extLst>
              </a:tr>
              <a:tr h="605713">
                <a:tc>
                  <a:txBody>
                    <a:bodyPr/>
                    <a:lstStyle/>
                    <a:p>
                      <a:r>
                        <a:rPr lang="en-US" altLang="zh-TW" sz="1400"/>
                        <a:t>Precision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1/1/1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0.44/0.54/0.4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0.4/0.43/0.67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0.18/0.22/0.24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0.27/0.39/0.41</a:t>
                      </a:r>
                      <a:endParaRPr lang="zh-TW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6898039"/>
                  </a:ext>
                </a:extLst>
              </a:tr>
              <a:tr h="605713">
                <a:tc>
                  <a:txBody>
                    <a:bodyPr/>
                    <a:lstStyle/>
                    <a:p>
                      <a:r>
                        <a:rPr lang="en-US" altLang="zh-TW" sz="1400"/>
                        <a:t>Recall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0.62/0.65/0.41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0.78/0.78/0.67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0.75/0.75/0.75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0.67/0.67/0.67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0.92/0.92/0.91</a:t>
                      </a:r>
                      <a:endParaRPr lang="zh-TW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650865"/>
                  </a:ext>
                </a:extLst>
              </a:tr>
              <a:tr h="605713">
                <a:tc>
                  <a:txBody>
                    <a:bodyPr/>
                    <a:lstStyle/>
                    <a:p>
                      <a:r>
                        <a:rPr lang="en-US" altLang="zh-TW" sz="1400"/>
                        <a:t>F1 Score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0.76/0.79/0.58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0.56/0.64/0.5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0.52/0.55/0.71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0.28/0.33/0.35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0.42/0.55/0.56</a:t>
                      </a:r>
                      <a:endParaRPr lang="zh-TW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756538"/>
                  </a:ext>
                </a:extLst>
              </a:tr>
            </a:tbl>
          </a:graphicData>
        </a:graphic>
      </p:graphicFrame>
      <p:sp>
        <p:nvSpPr>
          <p:cNvPr id="6" name="Google Shape;582;p91">
            <a:extLst>
              <a:ext uri="{FF2B5EF4-FFF2-40B4-BE49-F238E27FC236}">
                <a16:creationId xmlns:a16="http://schemas.microsoft.com/office/drawing/2014/main" id="{BC30F260-FD3B-7D41-7E7E-8910CCE15737}"/>
              </a:ext>
            </a:extLst>
          </p:cNvPr>
          <p:cNvSpPr txBox="1"/>
          <p:nvPr/>
        </p:nvSpPr>
        <p:spPr>
          <a:xfrm>
            <a:off x="286200" y="149624"/>
            <a:ext cx="88578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b="1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ML Task – KNN</a:t>
            </a:r>
            <a:endParaRPr sz="2800" b="1">
              <a:solidFill>
                <a:schemeClr val="accent2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981A69C-9CDA-25D8-AE61-E02943870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0"/>
            <a:ext cx="4114800" cy="3461866"/>
          </a:xfrm>
          <a:prstGeom prst="rect">
            <a:avLst/>
          </a:prstGeom>
        </p:spPr>
      </p:pic>
      <p:sp>
        <p:nvSpPr>
          <p:cNvPr id="4" name="Google Shape;583;p91">
            <a:extLst>
              <a:ext uri="{FF2B5EF4-FFF2-40B4-BE49-F238E27FC236}">
                <a16:creationId xmlns:a16="http://schemas.microsoft.com/office/drawing/2014/main" id="{8E438050-6B5F-D353-6E3C-59F590234F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2000" b="1" smtClean="0"/>
              <a:t>4</a:t>
            </a:fld>
            <a:endParaRPr lang="en-US" sz="2000" b="1"/>
          </a:p>
        </p:txBody>
      </p:sp>
      <p:pic>
        <p:nvPicPr>
          <p:cNvPr id="2050" name="Picture 2" descr="Introduction to k-Nearest Neighbors (kNN) Algorithm | by Rajvi Shah |  Artificial Intelligence in Plain English">
            <a:extLst>
              <a:ext uri="{FF2B5EF4-FFF2-40B4-BE49-F238E27FC236}">
                <a16:creationId xmlns:a16="http://schemas.microsoft.com/office/drawing/2014/main" id="{91D9F2B2-5591-1E04-DB4F-15476C159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692207"/>
            <a:ext cx="2895600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2308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2AEE618-3B80-4F0E-2DB9-B65BC9E41A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973414"/>
              </p:ext>
            </p:extLst>
          </p:nvPr>
        </p:nvGraphicFramePr>
        <p:xfrm>
          <a:off x="85897" y="1130531"/>
          <a:ext cx="8857800" cy="3863343"/>
        </p:xfrm>
        <a:graphic>
          <a:graphicData uri="http://schemas.openxmlformats.org/drawingml/2006/table">
            <a:tbl>
              <a:tblPr firstRow="1" bandRow="1">
                <a:tableStyleId>{13D2B912-7716-4288-85A4-DB01C775FFF7}</a:tableStyleId>
              </a:tblPr>
              <a:tblGrid>
                <a:gridCol w="1476300">
                  <a:extLst>
                    <a:ext uri="{9D8B030D-6E8A-4147-A177-3AD203B41FA5}">
                      <a16:colId xmlns:a16="http://schemas.microsoft.com/office/drawing/2014/main" val="4233500605"/>
                    </a:ext>
                  </a:extLst>
                </a:gridCol>
                <a:gridCol w="1476300">
                  <a:extLst>
                    <a:ext uri="{9D8B030D-6E8A-4147-A177-3AD203B41FA5}">
                      <a16:colId xmlns:a16="http://schemas.microsoft.com/office/drawing/2014/main" val="1660447335"/>
                    </a:ext>
                  </a:extLst>
                </a:gridCol>
                <a:gridCol w="1476300">
                  <a:extLst>
                    <a:ext uri="{9D8B030D-6E8A-4147-A177-3AD203B41FA5}">
                      <a16:colId xmlns:a16="http://schemas.microsoft.com/office/drawing/2014/main" val="4179467402"/>
                    </a:ext>
                  </a:extLst>
                </a:gridCol>
                <a:gridCol w="1476300">
                  <a:extLst>
                    <a:ext uri="{9D8B030D-6E8A-4147-A177-3AD203B41FA5}">
                      <a16:colId xmlns:a16="http://schemas.microsoft.com/office/drawing/2014/main" val="3713300590"/>
                    </a:ext>
                  </a:extLst>
                </a:gridCol>
                <a:gridCol w="1476300">
                  <a:extLst>
                    <a:ext uri="{9D8B030D-6E8A-4147-A177-3AD203B41FA5}">
                      <a16:colId xmlns:a16="http://schemas.microsoft.com/office/drawing/2014/main" val="3190836729"/>
                    </a:ext>
                  </a:extLst>
                </a:gridCol>
                <a:gridCol w="1476300">
                  <a:extLst>
                    <a:ext uri="{9D8B030D-6E8A-4147-A177-3AD203B41FA5}">
                      <a16:colId xmlns:a16="http://schemas.microsoft.com/office/drawing/2014/main" val="794861859"/>
                    </a:ext>
                  </a:extLst>
                </a:gridCol>
              </a:tblGrid>
              <a:tr h="417389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fold0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fold1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fold2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fold3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fold4</a:t>
                      </a:r>
                      <a:endParaRPr lang="zh-TW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792499"/>
                  </a:ext>
                </a:extLst>
              </a:tr>
              <a:tr h="417389">
                <a:tc>
                  <a:txBody>
                    <a:bodyPr/>
                    <a:lstStyle/>
                    <a:p>
                      <a:r>
                        <a:rPr lang="en-US" altLang="zh-TW" sz="1400"/>
                        <a:t>Train Acc.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>
                          <a:solidFill>
                            <a:schemeClr val="tx1"/>
                          </a:solidFill>
                        </a:rPr>
                        <a:t>1/1/1</a:t>
                      </a:r>
                      <a:endParaRPr lang="zh-TW" alt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1/1/1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1/1/1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1/1/1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1/1/1</a:t>
                      </a:r>
                      <a:endParaRPr lang="zh-TW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1064517"/>
                  </a:ext>
                </a:extLst>
              </a:tr>
              <a:tr h="605713">
                <a:tc>
                  <a:txBody>
                    <a:bodyPr/>
                    <a:lstStyle/>
                    <a:p>
                      <a:r>
                        <a:rPr lang="en-US" altLang="zh-TW" sz="1400"/>
                        <a:t>Valid Acc.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0.52/0.53/0.62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0.94/0.88/0.95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0.63/0.71/0.63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0.84/0.79/0.84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0.83/0.79/0.83</a:t>
                      </a:r>
                      <a:endParaRPr lang="zh-TW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961458"/>
                  </a:ext>
                </a:extLst>
              </a:tr>
              <a:tr h="605713">
                <a:tc>
                  <a:txBody>
                    <a:bodyPr/>
                    <a:lstStyle/>
                    <a:p>
                      <a:r>
                        <a:rPr lang="en-US" altLang="zh-TW" sz="1400" b="1">
                          <a:solidFill>
                            <a:srgbClr val="C00000"/>
                          </a:solidFill>
                        </a:rPr>
                        <a:t>Precision</a:t>
                      </a:r>
                      <a:endParaRPr lang="zh-TW" altLang="en-US" sz="1400" b="1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b="1">
                          <a:solidFill>
                            <a:srgbClr val="C00000"/>
                          </a:solidFill>
                        </a:rPr>
                        <a:t>1/1/0.97</a:t>
                      </a:r>
                      <a:endParaRPr lang="zh-TW" altLang="en-US" sz="1400" b="1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b="1">
                          <a:solidFill>
                            <a:srgbClr val="C00000"/>
                          </a:solidFill>
                        </a:rPr>
                        <a:t>0.82/0.56/0.82</a:t>
                      </a:r>
                      <a:endParaRPr lang="zh-TW" altLang="en-US" sz="1400" b="1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b="1">
                          <a:solidFill>
                            <a:srgbClr val="C00000"/>
                          </a:solidFill>
                        </a:rPr>
                        <a:t>0.19/0.28/0.19</a:t>
                      </a:r>
                      <a:endParaRPr lang="zh-TW" altLang="en-US" sz="1400" b="1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b="1">
                          <a:solidFill>
                            <a:srgbClr val="C00000"/>
                          </a:solidFill>
                        </a:rPr>
                        <a:t>0.44/0.38/0.44</a:t>
                      </a:r>
                      <a:endParaRPr lang="zh-TW" altLang="en-US" sz="1400" b="1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b="1">
                          <a:solidFill>
                            <a:srgbClr val="C00000"/>
                          </a:solidFill>
                        </a:rPr>
                        <a:t>0.41/0.35/0.41</a:t>
                      </a:r>
                      <a:endParaRPr lang="zh-TW" altLang="en-US" sz="1400" b="1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6898039"/>
                  </a:ext>
                </a:extLst>
              </a:tr>
              <a:tr h="605713">
                <a:tc>
                  <a:txBody>
                    <a:bodyPr/>
                    <a:lstStyle/>
                    <a:p>
                      <a:r>
                        <a:rPr lang="en-US" altLang="zh-TW" sz="1400" b="1">
                          <a:solidFill>
                            <a:srgbClr val="C00000"/>
                          </a:solidFill>
                        </a:rPr>
                        <a:t>Recall</a:t>
                      </a:r>
                      <a:endParaRPr lang="zh-TW" altLang="en-US" sz="1400" b="1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b="1">
                          <a:solidFill>
                            <a:srgbClr val="C00000"/>
                          </a:solidFill>
                        </a:rPr>
                        <a:t>0.33/0.34/0.47</a:t>
                      </a:r>
                      <a:endParaRPr lang="zh-TW" altLang="en-US" sz="1400" b="1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b="1">
                          <a:solidFill>
                            <a:srgbClr val="C00000"/>
                          </a:solidFill>
                        </a:rPr>
                        <a:t>0.82/0.91/0.82</a:t>
                      </a:r>
                      <a:endParaRPr lang="zh-TW" altLang="en-US" sz="1400" b="1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b="1">
                          <a:solidFill>
                            <a:srgbClr val="C00000"/>
                          </a:solidFill>
                        </a:rPr>
                        <a:t>0.67/0.89/0.67</a:t>
                      </a:r>
                      <a:endParaRPr lang="zh-TW" altLang="en-US" sz="1400" b="1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b="1">
                          <a:solidFill>
                            <a:srgbClr val="C00000"/>
                          </a:solidFill>
                        </a:rPr>
                        <a:t>0.7/1/0.7</a:t>
                      </a:r>
                      <a:endParaRPr lang="zh-TW" altLang="en-US" sz="1400" b="1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b="1">
                          <a:solidFill>
                            <a:srgbClr val="C00000"/>
                          </a:solidFill>
                        </a:rPr>
                        <a:t>0.7/0.7/0.7</a:t>
                      </a:r>
                      <a:endParaRPr lang="zh-TW" altLang="en-US" sz="1400" b="1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650865"/>
                  </a:ext>
                </a:extLst>
              </a:tr>
              <a:tr h="605713">
                <a:tc>
                  <a:txBody>
                    <a:bodyPr/>
                    <a:lstStyle/>
                    <a:p>
                      <a:r>
                        <a:rPr lang="en-US" altLang="zh-TW" sz="1400"/>
                        <a:t>F1 Score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0.50/0.51/0.64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0.82/0.69/0.82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0.3/0.42/0.3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0.54/0.56/0.54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0.52/0.47/0.52</a:t>
                      </a:r>
                      <a:endParaRPr lang="zh-TW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756538"/>
                  </a:ext>
                </a:extLst>
              </a:tr>
              <a:tr h="605713">
                <a:tc>
                  <a:txBody>
                    <a:bodyPr/>
                    <a:lstStyle/>
                    <a:p>
                      <a:r>
                        <a:rPr lang="en-US" altLang="zh-TW" sz="1400"/>
                        <a:t>ROC AUC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0.66/0.67/0.72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0.89/0.89/0.89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0.65/0.79/0.65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0.78/0.88/0.78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0.77/0.75/0.77</a:t>
                      </a:r>
                      <a:endParaRPr lang="zh-TW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69068"/>
                  </a:ext>
                </a:extLst>
              </a:tr>
            </a:tbl>
          </a:graphicData>
        </a:graphic>
      </p:graphicFrame>
      <p:sp>
        <p:nvSpPr>
          <p:cNvPr id="6" name="Google Shape;582;p91">
            <a:extLst>
              <a:ext uri="{FF2B5EF4-FFF2-40B4-BE49-F238E27FC236}">
                <a16:creationId xmlns:a16="http://schemas.microsoft.com/office/drawing/2014/main" id="{FB5FDFEE-FF21-ACDB-6F66-C8356C12E1C3}"/>
              </a:ext>
            </a:extLst>
          </p:cNvPr>
          <p:cNvSpPr txBox="1"/>
          <p:nvPr/>
        </p:nvSpPr>
        <p:spPr>
          <a:xfrm>
            <a:off x="286200" y="149624"/>
            <a:ext cx="88578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b="1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ML Task – Decision Tree</a:t>
            </a:r>
            <a:endParaRPr sz="2800" b="1">
              <a:solidFill>
                <a:schemeClr val="accent2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" name="Google Shape;583;p91">
            <a:extLst>
              <a:ext uri="{FF2B5EF4-FFF2-40B4-BE49-F238E27FC236}">
                <a16:creationId xmlns:a16="http://schemas.microsoft.com/office/drawing/2014/main" id="{96CB8481-7090-F223-B3F9-F3691640C9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2000" b="1" smtClean="0"/>
              <a:t>5</a:t>
            </a:fld>
            <a:endParaRPr lang="en-US" sz="2000" b="1"/>
          </a:p>
        </p:txBody>
      </p:sp>
      <p:pic>
        <p:nvPicPr>
          <p:cNvPr id="1028" name="Picture 4" descr="Calculation of Precision, Recall and Accuracy in the confusion matrix. |  Download Scientific Diagram">
            <a:extLst>
              <a:ext uri="{FF2B5EF4-FFF2-40B4-BE49-F238E27FC236}">
                <a16:creationId xmlns:a16="http://schemas.microsoft.com/office/drawing/2014/main" id="{F8202CC6-9AB6-3E69-EA32-0C1F81761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5324" y="16119"/>
            <a:ext cx="5598676" cy="2555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0938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61C3E-42E0-8F63-4C42-587C981BB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26BAB71-6C53-3613-CC60-1BC753242F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511821"/>
              </p:ext>
            </p:extLst>
          </p:nvPr>
        </p:nvGraphicFramePr>
        <p:xfrm>
          <a:off x="0" y="1280157"/>
          <a:ext cx="8857800" cy="3863343"/>
        </p:xfrm>
        <a:graphic>
          <a:graphicData uri="http://schemas.openxmlformats.org/drawingml/2006/table">
            <a:tbl>
              <a:tblPr firstRow="1" bandRow="1">
                <a:tableStyleId>{13D2B912-7716-4288-85A4-DB01C775FFF7}</a:tableStyleId>
              </a:tblPr>
              <a:tblGrid>
                <a:gridCol w="1476300">
                  <a:extLst>
                    <a:ext uri="{9D8B030D-6E8A-4147-A177-3AD203B41FA5}">
                      <a16:colId xmlns:a16="http://schemas.microsoft.com/office/drawing/2014/main" val="4233500605"/>
                    </a:ext>
                  </a:extLst>
                </a:gridCol>
                <a:gridCol w="1476300">
                  <a:extLst>
                    <a:ext uri="{9D8B030D-6E8A-4147-A177-3AD203B41FA5}">
                      <a16:colId xmlns:a16="http://schemas.microsoft.com/office/drawing/2014/main" val="1660447335"/>
                    </a:ext>
                  </a:extLst>
                </a:gridCol>
                <a:gridCol w="1476300">
                  <a:extLst>
                    <a:ext uri="{9D8B030D-6E8A-4147-A177-3AD203B41FA5}">
                      <a16:colId xmlns:a16="http://schemas.microsoft.com/office/drawing/2014/main" val="4179467402"/>
                    </a:ext>
                  </a:extLst>
                </a:gridCol>
                <a:gridCol w="1476300">
                  <a:extLst>
                    <a:ext uri="{9D8B030D-6E8A-4147-A177-3AD203B41FA5}">
                      <a16:colId xmlns:a16="http://schemas.microsoft.com/office/drawing/2014/main" val="3713300590"/>
                    </a:ext>
                  </a:extLst>
                </a:gridCol>
                <a:gridCol w="1476300">
                  <a:extLst>
                    <a:ext uri="{9D8B030D-6E8A-4147-A177-3AD203B41FA5}">
                      <a16:colId xmlns:a16="http://schemas.microsoft.com/office/drawing/2014/main" val="3190836729"/>
                    </a:ext>
                  </a:extLst>
                </a:gridCol>
                <a:gridCol w="1476300">
                  <a:extLst>
                    <a:ext uri="{9D8B030D-6E8A-4147-A177-3AD203B41FA5}">
                      <a16:colId xmlns:a16="http://schemas.microsoft.com/office/drawing/2014/main" val="794861859"/>
                    </a:ext>
                  </a:extLst>
                </a:gridCol>
              </a:tblGrid>
              <a:tr h="417389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fold0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fold1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fold2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fold3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fold4</a:t>
                      </a:r>
                      <a:endParaRPr lang="zh-TW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792499"/>
                  </a:ext>
                </a:extLst>
              </a:tr>
              <a:tr h="417389">
                <a:tc>
                  <a:txBody>
                    <a:bodyPr/>
                    <a:lstStyle/>
                    <a:p>
                      <a:r>
                        <a:rPr lang="en-US" altLang="zh-TW" sz="1400"/>
                        <a:t>Train Acc.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>
                          <a:solidFill>
                            <a:schemeClr val="tx1"/>
                          </a:solidFill>
                        </a:rPr>
                        <a:t>1/1/1</a:t>
                      </a:r>
                      <a:endParaRPr lang="zh-TW" alt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1/1/1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1/1/1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1/1/1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1/1/1</a:t>
                      </a:r>
                      <a:endParaRPr lang="zh-TW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1064517"/>
                  </a:ext>
                </a:extLst>
              </a:tr>
              <a:tr h="605713">
                <a:tc>
                  <a:txBody>
                    <a:bodyPr/>
                    <a:lstStyle/>
                    <a:p>
                      <a:r>
                        <a:rPr lang="en-US" altLang="zh-TW" sz="1400" b="1">
                          <a:solidFill>
                            <a:srgbClr val="C00000"/>
                          </a:solidFill>
                        </a:rPr>
                        <a:t>Valid Acc.</a:t>
                      </a:r>
                      <a:endParaRPr lang="zh-TW" altLang="en-US" sz="1400" b="1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b="1">
                          <a:solidFill>
                            <a:srgbClr val="C00000"/>
                          </a:solidFill>
                        </a:rPr>
                        <a:t>0.17/0.26/0.44</a:t>
                      </a:r>
                      <a:endParaRPr lang="zh-TW" altLang="en-US" sz="1400" b="1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b="1">
                          <a:solidFill>
                            <a:srgbClr val="C00000"/>
                          </a:solidFill>
                        </a:rPr>
                        <a:t>0.95/0.99/0.90</a:t>
                      </a:r>
                      <a:endParaRPr lang="zh-TW" altLang="en-US" sz="1400" b="1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b="1">
                          <a:solidFill>
                            <a:srgbClr val="C00000"/>
                          </a:solidFill>
                        </a:rPr>
                        <a:t>0.98/0.98/0.95</a:t>
                      </a:r>
                      <a:endParaRPr lang="zh-TW" altLang="en-US" sz="1400" b="1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b="1">
                          <a:solidFill>
                            <a:srgbClr val="C00000"/>
                          </a:solidFill>
                        </a:rPr>
                        <a:t>0.90/0.96/0.84</a:t>
                      </a:r>
                      <a:endParaRPr lang="zh-TW" altLang="en-US" sz="1400" b="1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b="1">
                          <a:solidFill>
                            <a:srgbClr val="C00000"/>
                          </a:solidFill>
                        </a:rPr>
                        <a:t>0.79/0.83/0.72</a:t>
                      </a:r>
                      <a:endParaRPr lang="zh-TW" altLang="en-US" sz="1400" b="1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961458"/>
                  </a:ext>
                </a:extLst>
              </a:tr>
              <a:tr h="605713">
                <a:tc>
                  <a:txBody>
                    <a:bodyPr/>
                    <a:lstStyle/>
                    <a:p>
                      <a:r>
                        <a:rPr lang="en-US" altLang="zh-TW" sz="1400"/>
                        <a:t>Precision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1/1/0.97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0.75/1/0.56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1/1/0.875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0.57/0.89/0.42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0.35/0.39/0.23</a:t>
                      </a:r>
                      <a:endParaRPr lang="zh-TW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6898039"/>
                  </a:ext>
                </a:extLst>
              </a:tr>
              <a:tr h="605713">
                <a:tc>
                  <a:txBody>
                    <a:bodyPr/>
                    <a:lstStyle/>
                    <a:p>
                      <a:r>
                        <a:rPr lang="en-US" altLang="zh-TW" sz="1400"/>
                        <a:t>Recall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0.12/0.21/0.42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0.9/0.9/1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0.9/0.8/0.7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0.8/0.8/0.8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1/1/0.67</a:t>
                      </a:r>
                      <a:endParaRPr lang="zh-TW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650865"/>
                  </a:ext>
                </a:extLst>
              </a:tr>
              <a:tr h="605713">
                <a:tc>
                  <a:txBody>
                    <a:bodyPr/>
                    <a:lstStyle/>
                    <a:p>
                      <a:r>
                        <a:rPr lang="en-US" altLang="zh-TW" sz="1400"/>
                        <a:t>F1 Score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0.21/0.34/0.58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0.82/0.95/0.71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0.95/0.89/0.78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0.67/0.84/0.56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0.51/0.56/0.34</a:t>
                      </a:r>
                      <a:endParaRPr lang="zh-TW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756538"/>
                  </a:ext>
                </a:extLst>
              </a:tr>
              <a:tr h="605713">
                <a:tc>
                  <a:txBody>
                    <a:bodyPr/>
                    <a:lstStyle/>
                    <a:p>
                      <a:r>
                        <a:rPr lang="en-US" altLang="zh-TW" sz="1400"/>
                        <a:t>ROC AUC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0.76/0.73/0.70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0.98/1/0.95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0.98/0.998/0.98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0.94/0.96/0.94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0.95/0.96/0.77</a:t>
                      </a:r>
                      <a:endParaRPr lang="zh-TW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69068"/>
                  </a:ext>
                </a:extLst>
              </a:tr>
            </a:tbl>
          </a:graphicData>
        </a:graphic>
      </p:graphicFrame>
      <p:sp>
        <p:nvSpPr>
          <p:cNvPr id="6" name="Google Shape;582;p91">
            <a:extLst>
              <a:ext uri="{FF2B5EF4-FFF2-40B4-BE49-F238E27FC236}">
                <a16:creationId xmlns:a16="http://schemas.microsoft.com/office/drawing/2014/main" id="{974EAADC-7A2D-D8D3-4793-DF959B45CCB0}"/>
              </a:ext>
            </a:extLst>
          </p:cNvPr>
          <p:cNvSpPr txBox="1"/>
          <p:nvPr/>
        </p:nvSpPr>
        <p:spPr>
          <a:xfrm>
            <a:off x="286200" y="149624"/>
            <a:ext cx="88578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b="1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ML Task – Random Forest</a:t>
            </a:r>
            <a:endParaRPr sz="2800" b="1">
              <a:solidFill>
                <a:schemeClr val="accent2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039F540-9513-6EA3-E9A1-87234A5AF3A0}"/>
              </a:ext>
            </a:extLst>
          </p:cNvPr>
          <p:cNvSpPr txBox="1"/>
          <p:nvPr/>
        </p:nvSpPr>
        <p:spPr>
          <a:xfrm>
            <a:off x="286200" y="853375"/>
            <a:ext cx="42082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Data Augmention</a:t>
            </a:r>
            <a:r>
              <a:rPr lang="zh-TW" altLang="en-US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 可以幫忙提升訓練結果。</a:t>
            </a:r>
          </a:p>
        </p:txBody>
      </p:sp>
      <p:sp>
        <p:nvSpPr>
          <p:cNvPr id="3" name="Google Shape;583;p91">
            <a:extLst>
              <a:ext uri="{FF2B5EF4-FFF2-40B4-BE49-F238E27FC236}">
                <a16:creationId xmlns:a16="http://schemas.microsoft.com/office/drawing/2014/main" id="{890DE463-A2F8-9778-6331-CFE97B58BA4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2000" b="1" smtClean="0"/>
              <a:t>6</a:t>
            </a:fld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389244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BB3DB-B17F-7602-85FB-1406A7585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9D6E116-8FA2-5A1E-11AD-217D99B92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76567"/>
              </p:ext>
            </p:extLst>
          </p:nvPr>
        </p:nvGraphicFramePr>
        <p:xfrm>
          <a:off x="0" y="1280157"/>
          <a:ext cx="8857800" cy="3863343"/>
        </p:xfrm>
        <a:graphic>
          <a:graphicData uri="http://schemas.openxmlformats.org/drawingml/2006/table">
            <a:tbl>
              <a:tblPr firstRow="1" bandRow="1">
                <a:tableStyleId>{13D2B912-7716-4288-85A4-DB01C775FFF7}</a:tableStyleId>
              </a:tblPr>
              <a:tblGrid>
                <a:gridCol w="1476300">
                  <a:extLst>
                    <a:ext uri="{9D8B030D-6E8A-4147-A177-3AD203B41FA5}">
                      <a16:colId xmlns:a16="http://schemas.microsoft.com/office/drawing/2014/main" val="4233500605"/>
                    </a:ext>
                  </a:extLst>
                </a:gridCol>
                <a:gridCol w="1476300">
                  <a:extLst>
                    <a:ext uri="{9D8B030D-6E8A-4147-A177-3AD203B41FA5}">
                      <a16:colId xmlns:a16="http://schemas.microsoft.com/office/drawing/2014/main" val="1660447335"/>
                    </a:ext>
                  </a:extLst>
                </a:gridCol>
                <a:gridCol w="1476300">
                  <a:extLst>
                    <a:ext uri="{9D8B030D-6E8A-4147-A177-3AD203B41FA5}">
                      <a16:colId xmlns:a16="http://schemas.microsoft.com/office/drawing/2014/main" val="4179467402"/>
                    </a:ext>
                  </a:extLst>
                </a:gridCol>
                <a:gridCol w="1476300">
                  <a:extLst>
                    <a:ext uri="{9D8B030D-6E8A-4147-A177-3AD203B41FA5}">
                      <a16:colId xmlns:a16="http://schemas.microsoft.com/office/drawing/2014/main" val="3713300590"/>
                    </a:ext>
                  </a:extLst>
                </a:gridCol>
                <a:gridCol w="1476300">
                  <a:extLst>
                    <a:ext uri="{9D8B030D-6E8A-4147-A177-3AD203B41FA5}">
                      <a16:colId xmlns:a16="http://schemas.microsoft.com/office/drawing/2014/main" val="3190836729"/>
                    </a:ext>
                  </a:extLst>
                </a:gridCol>
                <a:gridCol w="1476300">
                  <a:extLst>
                    <a:ext uri="{9D8B030D-6E8A-4147-A177-3AD203B41FA5}">
                      <a16:colId xmlns:a16="http://schemas.microsoft.com/office/drawing/2014/main" val="794861859"/>
                    </a:ext>
                  </a:extLst>
                </a:gridCol>
              </a:tblGrid>
              <a:tr h="417389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fold0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fold1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fold2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fold3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fold4</a:t>
                      </a:r>
                      <a:endParaRPr lang="zh-TW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792499"/>
                  </a:ext>
                </a:extLst>
              </a:tr>
              <a:tr h="417389">
                <a:tc>
                  <a:txBody>
                    <a:bodyPr/>
                    <a:lstStyle/>
                    <a:p>
                      <a:r>
                        <a:rPr lang="en-US" altLang="zh-TW" sz="1400"/>
                        <a:t>Train Acc.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>
                          <a:solidFill>
                            <a:schemeClr val="tx1"/>
                          </a:solidFill>
                        </a:rPr>
                        <a:t>1/0.99/1</a:t>
                      </a:r>
                      <a:endParaRPr lang="zh-TW" alt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1/0.99/0.97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1/1/1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1/0.99/0.97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1/1/0.98</a:t>
                      </a:r>
                      <a:endParaRPr lang="zh-TW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1064517"/>
                  </a:ext>
                </a:extLst>
              </a:tr>
              <a:tr h="605713">
                <a:tc>
                  <a:txBody>
                    <a:bodyPr/>
                    <a:lstStyle/>
                    <a:p>
                      <a:r>
                        <a:rPr lang="en-US" altLang="zh-TW" sz="1400" b="1">
                          <a:solidFill>
                            <a:srgbClr val="C00000"/>
                          </a:solidFill>
                        </a:rPr>
                        <a:t>Valid Acc.</a:t>
                      </a:r>
                      <a:endParaRPr lang="zh-TW" altLang="en-US" sz="1400" b="1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b="1">
                          <a:solidFill>
                            <a:srgbClr val="C00000"/>
                          </a:solidFill>
                        </a:rPr>
                        <a:t>0.24/0.37/0.40</a:t>
                      </a:r>
                      <a:endParaRPr lang="zh-TW" altLang="en-US" sz="1400" b="1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b="1">
                          <a:solidFill>
                            <a:srgbClr val="C00000"/>
                          </a:solidFill>
                        </a:rPr>
                        <a:t>0.94/0.93/0.89</a:t>
                      </a:r>
                      <a:endParaRPr lang="zh-TW" altLang="en-US" sz="1400" b="1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b="1">
                          <a:solidFill>
                            <a:srgbClr val="C00000"/>
                          </a:solidFill>
                        </a:rPr>
                        <a:t>0.74/0.90/0.98</a:t>
                      </a:r>
                      <a:endParaRPr lang="zh-TW" altLang="en-US" sz="1400" b="1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b="1">
                          <a:solidFill>
                            <a:srgbClr val="C00000"/>
                          </a:solidFill>
                        </a:rPr>
                        <a:t>0.93/0.93/0.85</a:t>
                      </a:r>
                      <a:endParaRPr lang="zh-TW" altLang="en-US" sz="1400" b="1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b="1">
                          <a:solidFill>
                            <a:srgbClr val="C00000"/>
                          </a:solidFill>
                        </a:rPr>
                        <a:t>0.72/0.87/0.90</a:t>
                      </a:r>
                      <a:endParaRPr lang="zh-TW" altLang="en-US" sz="1400" b="1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961458"/>
                  </a:ext>
                </a:extLst>
              </a:tr>
              <a:tr h="605713">
                <a:tc>
                  <a:txBody>
                    <a:bodyPr/>
                    <a:lstStyle/>
                    <a:p>
                      <a:r>
                        <a:rPr lang="en-US" altLang="zh-TW" sz="1400"/>
                        <a:t>Precision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1/1/1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0.64/0.6/0.5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0.285/0.53/0.32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0.69/0.69/0.47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0.23/0.44/0.55</a:t>
                      </a:r>
                      <a:endParaRPr lang="zh-TW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6898039"/>
                  </a:ext>
                </a:extLst>
              </a:tr>
              <a:tr h="605713">
                <a:tc>
                  <a:txBody>
                    <a:bodyPr/>
                    <a:lstStyle/>
                    <a:p>
                      <a:r>
                        <a:rPr lang="en-US" altLang="zh-TW" sz="1400"/>
                        <a:t>Recall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0.20/0.33/0.37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1/1/0.78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0.89/0.89/0.79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0.82/0.82/0.72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0.67/0.89/0.67</a:t>
                      </a:r>
                      <a:endParaRPr lang="zh-TW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650865"/>
                  </a:ext>
                </a:extLst>
              </a:tr>
              <a:tr h="605713">
                <a:tc>
                  <a:txBody>
                    <a:bodyPr/>
                    <a:lstStyle/>
                    <a:p>
                      <a:r>
                        <a:rPr lang="en-US" altLang="zh-TW" sz="1400"/>
                        <a:t>F1 Score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0.34/0.5/0.54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0.78/0.75/0.61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0.43/0.67/0.45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0.75/0.75/0.57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0.34/0.59/0.6</a:t>
                      </a:r>
                      <a:endParaRPr lang="zh-TW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756538"/>
                  </a:ext>
                </a:extLst>
              </a:tr>
              <a:tr h="605713">
                <a:tc>
                  <a:txBody>
                    <a:bodyPr/>
                    <a:lstStyle/>
                    <a:p>
                      <a:r>
                        <a:rPr lang="en-US" altLang="zh-TW" sz="1400"/>
                        <a:t>ROC AUC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0.94/0.97/0.96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0.99/0.99/0.95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0.82/0.96/0.85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0.91/0.98/0.92</a:t>
                      </a:r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0.86/0.93/0.92</a:t>
                      </a:r>
                      <a:endParaRPr lang="zh-TW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69068"/>
                  </a:ext>
                </a:extLst>
              </a:tr>
            </a:tbl>
          </a:graphicData>
        </a:graphic>
      </p:graphicFrame>
      <p:sp>
        <p:nvSpPr>
          <p:cNvPr id="6" name="Google Shape;582;p91">
            <a:extLst>
              <a:ext uri="{FF2B5EF4-FFF2-40B4-BE49-F238E27FC236}">
                <a16:creationId xmlns:a16="http://schemas.microsoft.com/office/drawing/2014/main" id="{28848E7C-EB97-3909-901C-649E1B339D43}"/>
              </a:ext>
            </a:extLst>
          </p:cNvPr>
          <p:cNvSpPr txBox="1"/>
          <p:nvPr/>
        </p:nvSpPr>
        <p:spPr>
          <a:xfrm>
            <a:off x="286200" y="149624"/>
            <a:ext cx="88578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b="1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ML Task – XGboost</a:t>
            </a:r>
            <a:endParaRPr sz="2800" b="1">
              <a:solidFill>
                <a:schemeClr val="accent2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CF981EA-1EED-762F-29FB-FB9D0AF2A91A}"/>
              </a:ext>
            </a:extLst>
          </p:cNvPr>
          <p:cNvSpPr txBox="1"/>
          <p:nvPr/>
        </p:nvSpPr>
        <p:spPr>
          <a:xfrm>
            <a:off x="286200" y="853375"/>
            <a:ext cx="42082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Data Augmention</a:t>
            </a:r>
            <a:r>
              <a:rPr lang="zh-TW" altLang="en-US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 可以幫忙提升訓練結果。</a:t>
            </a:r>
          </a:p>
        </p:txBody>
      </p:sp>
      <p:sp>
        <p:nvSpPr>
          <p:cNvPr id="3" name="Google Shape;583;p91">
            <a:extLst>
              <a:ext uri="{FF2B5EF4-FFF2-40B4-BE49-F238E27FC236}">
                <a16:creationId xmlns:a16="http://schemas.microsoft.com/office/drawing/2014/main" id="{8DC0E06F-B405-F461-12B9-1E41A57463E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2000" b="1" smtClean="0"/>
              <a:t>7</a:t>
            </a:fld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106534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4C81C-4D6B-76A0-6247-32963ECDF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82;p91">
            <a:extLst>
              <a:ext uri="{FF2B5EF4-FFF2-40B4-BE49-F238E27FC236}">
                <a16:creationId xmlns:a16="http://schemas.microsoft.com/office/drawing/2014/main" id="{A7FAB2EC-7E1D-C1D1-6827-E7F55EEF4112}"/>
              </a:ext>
            </a:extLst>
          </p:cNvPr>
          <p:cNvSpPr txBox="1"/>
          <p:nvPr/>
        </p:nvSpPr>
        <p:spPr>
          <a:xfrm>
            <a:off x="286200" y="149624"/>
            <a:ext cx="88578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b="1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ML Task – Summary</a:t>
            </a:r>
            <a:endParaRPr sz="2800" b="1">
              <a:solidFill>
                <a:schemeClr val="accent2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721DF26-18B6-1484-9783-F939A0D44D48}"/>
              </a:ext>
            </a:extLst>
          </p:cNvPr>
          <p:cNvSpPr txBox="1"/>
          <p:nvPr/>
        </p:nvSpPr>
        <p:spPr>
          <a:xfrm>
            <a:off x="286200" y="903251"/>
            <a:ext cx="74991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Data augmentation improve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t-sne method will affect the result and even become worst.</a:t>
            </a:r>
            <a:endParaRPr lang="zh-TW" altLang="en-US" sz="20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Google Shape;583;p91">
            <a:extLst>
              <a:ext uri="{FF2B5EF4-FFF2-40B4-BE49-F238E27FC236}">
                <a16:creationId xmlns:a16="http://schemas.microsoft.com/office/drawing/2014/main" id="{E46787A8-0ABA-CF11-5211-28C8D474D44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2000" b="1" smtClean="0"/>
              <a:t>8</a:t>
            </a:fld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2712634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FD84B-648E-4CAC-8842-47EF0457D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82;p91">
            <a:extLst>
              <a:ext uri="{FF2B5EF4-FFF2-40B4-BE49-F238E27FC236}">
                <a16:creationId xmlns:a16="http://schemas.microsoft.com/office/drawing/2014/main" id="{D8029C9C-D0AF-D52D-2410-37868C15EB19}"/>
              </a:ext>
            </a:extLst>
          </p:cNvPr>
          <p:cNvSpPr txBox="1"/>
          <p:nvPr/>
        </p:nvSpPr>
        <p:spPr>
          <a:xfrm>
            <a:off x="286200" y="149624"/>
            <a:ext cx="88578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b="1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DL Task – Efficient RES-CNN</a:t>
            </a:r>
            <a:endParaRPr sz="2800" b="1">
              <a:solidFill>
                <a:schemeClr val="accent2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" name="Google Shape;520;p84">
            <a:extLst>
              <a:ext uri="{FF2B5EF4-FFF2-40B4-BE49-F238E27FC236}">
                <a16:creationId xmlns:a16="http://schemas.microsoft.com/office/drawing/2014/main" id="{8B2F5A5F-7EC5-A0D1-5D7F-78A6E45171B9}"/>
              </a:ext>
            </a:extLst>
          </p:cNvPr>
          <p:cNvSpPr txBox="1"/>
          <p:nvPr/>
        </p:nvSpPr>
        <p:spPr>
          <a:xfrm>
            <a:off x="0" y="429648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Fira Sans Condensed"/>
                <a:sym typeface="Fira Sans Condensed"/>
              </a:rPr>
              <a:t>[1] Subramani, N., &amp; Rao, D. (2020). Learning Efficient Representations for Fake Speech Detection. Proceedings of the AAAI Conference on Artificial Intelligence, 34(04), 5859-5866. https://doi.org/10.1609/aaai.v34i04.6044</a:t>
            </a:r>
            <a:endParaRPr b="1">
              <a:solidFill>
                <a:schemeClr val="accent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Fira Sans Condensed"/>
              <a:sym typeface="Fira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accent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Fira Sans Condensed"/>
              <a:sym typeface="Fira Sans Condensed"/>
            </a:endParaRPr>
          </a:p>
        </p:txBody>
      </p:sp>
      <p:sp>
        <p:nvSpPr>
          <p:cNvPr id="4" name="Google Shape;583;p91">
            <a:extLst>
              <a:ext uri="{FF2B5EF4-FFF2-40B4-BE49-F238E27FC236}">
                <a16:creationId xmlns:a16="http://schemas.microsoft.com/office/drawing/2014/main" id="{8A4F7216-CAFE-463D-5221-DE7296D5C0D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2000" b="1" smtClean="0"/>
              <a:t>9</a:t>
            </a:fld>
            <a:endParaRPr lang="en-US" sz="2000" b="1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063BE01-9685-A646-BE8A-D3D7EE1EFD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14247"/>
              </p:ext>
            </p:extLst>
          </p:nvPr>
        </p:nvGraphicFramePr>
        <p:xfrm>
          <a:off x="0" y="2126109"/>
          <a:ext cx="4968240" cy="2093656"/>
        </p:xfrm>
        <a:graphic>
          <a:graphicData uri="http://schemas.openxmlformats.org/drawingml/2006/table">
            <a:tbl>
              <a:tblPr firstRow="1" bandRow="1">
                <a:tableStyleId>{13D2B912-7716-4288-85A4-DB01C775FFF7}</a:tableStyleId>
              </a:tblPr>
              <a:tblGrid>
                <a:gridCol w="1656080">
                  <a:extLst>
                    <a:ext uri="{9D8B030D-6E8A-4147-A177-3AD203B41FA5}">
                      <a16:colId xmlns:a16="http://schemas.microsoft.com/office/drawing/2014/main" val="2071849008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050621667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806486536"/>
                    </a:ext>
                  </a:extLst>
                </a:gridCol>
              </a:tblGrid>
              <a:tr h="542012">
                <a:tc>
                  <a:txBody>
                    <a:bodyPr/>
                    <a:lstStyle/>
                    <a:p>
                      <a:r>
                        <a:rPr lang="en-US" altLang="zh-TW"/>
                        <a:t>Operation/features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MEL-sectrogram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Normalized MFCC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600351"/>
                  </a:ext>
                </a:extLst>
              </a:tr>
              <a:tr h="387911">
                <a:tc>
                  <a:txBody>
                    <a:bodyPr/>
                    <a:lstStyle/>
                    <a:p>
                      <a:r>
                        <a:rPr lang="en-US" altLang="zh-TW"/>
                        <a:t>Normal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63.41%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68.538%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1443504"/>
                  </a:ext>
                </a:extLst>
              </a:tr>
              <a:tr h="387911">
                <a:tc>
                  <a:txBody>
                    <a:bodyPr/>
                    <a:lstStyle/>
                    <a:p>
                      <a:r>
                        <a:rPr lang="en-US" altLang="zh-TW"/>
                        <a:t>DataAug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58.86%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/>
                        <a:t>59.754%</a:t>
                      </a:r>
                      <a:endParaRPr lang="zh-TW" alt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3833224"/>
                  </a:ext>
                </a:extLst>
              </a:tr>
              <a:tr h="387911">
                <a:tc>
                  <a:txBody>
                    <a:bodyPr/>
                    <a:lstStyle/>
                    <a:p>
                      <a:r>
                        <a:rPr lang="en-US" altLang="zh-TW"/>
                        <a:t>Imbalaced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/>
                        <a:t>61.952%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73.17%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3412790"/>
                  </a:ext>
                </a:extLst>
              </a:tr>
              <a:tr h="387911">
                <a:tc>
                  <a:txBody>
                    <a:bodyPr/>
                    <a:lstStyle/>
                    <a:p>
                      <a:r>
                        <a:rPr lang="en-US" altLang="zh-TW"/>
                        <a:t>merge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60.242%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79.024%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512615"/>
                  </a:ext>
                </a:extLst>
              </a:tr>
            </a:tbl>
          </a:graphicData>
        </a:graphic>
      </p:graphicFrame>
      <p:pic>
        <p:nvPicPr>
          <p:cNvPr id="14" name="圖片 13">
            <a:extLst>
              <a:ext uri="{FF2B5EF4-FFF2-40B4-BE49-F238E27FC236}">
                <a16:creationId xmlns:a16="http://schemas.microsoft.com/office/drawing/2014/main" id="{C9F969A5-FDDA-0D0D-8A61-FF3B8AA75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4816" y="37391"/>
            <a:ext cx="5659184" cy="15904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B73B05E3-81BA-E4D8-524D-459703E1025F}"/>
                  </a:ext>
                </a:extLst>
              </p:cNvPr>
              <p:cNvSpPr txBox="1"/>
              <p:nvPr/>
            </p:nvSpPr>
            <p:spPr>
              <a:xfrm>
                <a:off x="5220239" y="3172937"/>
                <a:ext cx="3403047" cy="5217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800"/>
                  <a:t>Class weights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1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𝑠𝑎𝑚𝑝𝑙𝑒𝑠</m:t>
                        </m:r>
                      </m:num>
                      <m:den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𝑐𝑙𝑎𝑠𝑠</m:t>
                        </m:r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𝑠𝑎𝑚𝑝𝑙𝑒𝑠</m:t>
                        </m:r>
                      </m:den>
                    </m:f>
                  </m:oMath>
                </a14:m>
                <a:endParaRPr lang="zh-TW" altLang="en-US" sz="180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B73B05E3-81BA-E4D8-524D-459703E102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239" y="3172937"/>
                <a:ext cx="3403047" cy="521746"/>
              </a:xfrm>
              <a:prstGeom prst="rect">
                <a:avLst/>
              </a:prstGeom>
              <a:blipFill>
                <a:blip r:embed="rId4"/>
                <a:stretch>
                  <a:fillRect l="-1431"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4416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0110F-03F2-29FC-B78B-12E1047B6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82;p91">
            <a:extLst>
              <a:ext uri="{FF2B5EF4-FFF2-40B4-BE49-F238E27FC236}">
                <a16:creationId xmlns:a16="http://schemas.microsoft.com/office/drawing/2014/main" id="{23C28B63-7870-AE8B-1C83-5FA4A3E5594E}"/>
              </a:ext>
            </a:extLst>
          </p:cNvPr>
          <p:cNvSpPr txBox="1"/>
          <p:nvPr/>
        </p:nvSpPr>
        <p:spPr>
          <a:xfrm>
            <a:off x="286200" y="149624"/>
            <a:ext cx="88578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b="1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DL Task – Efficient RES-CNN</a:t>
            </a:r>
            <a:endParaRPr sz="2800" b="1">
              <a:solidFill>
                <a:schemeClr val="accent2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" name="Google Shape;583;p91">
            <a:extLst>
              <a:ext uri="{FF2B5EF4-FFF2-40B4-BE49-F238E27FC236}">
                <a16:creationId xmlns:a16="http://schemas.microsoft.com/office/drawing/2014/main" id="{96B9F56F-9D0A-3E85-3E87-44029B24FDA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2000" b="1" smtClean="0"/>
              <a:t>10</a:t>
            </a:fld>
            <a:endParaRPr lang="en-US" sz="2000" b="1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6C87AA4-16FC-12DB-F0F4-C18D2FA48C84}"/>
              </a:ext>
            </a:extLst>
          </p:cNvPr>
          <p:cNvSpPr txBox="1"/>
          <p:nvPr/>
        </p:nvSpPr>
        <p:spPr>
          <a:xfrm>
            <a:off x="286200" y="765147"/>
            <a:ext cx="78804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訓練的時候偏向特定預測某種類別，而 </a:t>
            </a:r>
            <a:r>
              <a:rPr lang="en-US" altLang="zh-TW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data augmentation and imbalanced</a:t>
            </a:r>
            <a:r>
              <a:rPr lang="zh-TW" altLang="en-US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 有時能提升另一個類別的預測表現。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BAFBA30-8EBB-B021-CD24-0D200D624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11914"/>
            <a:ext cx="3433156" cy="1609292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7F285A26-01FF-5B2E-2BF2-386B3C5F13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3607" y="1508174"/>
            <a:ext cx="4042686" cy="1613032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2F82080B-37F2-66CB-A503-57CF7D8F6E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3605" y="3303409"/>
            <a:ext cx="4042687" cy="1840091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0DB86C27-CF70-A6C9-5AA3-CA5422A826B7}"/>
              </a:ext>
            </a:extLst>
          </p:cNvPr>
          <p:cNvSpPr txBox="1"/>
          <p:nvPr/>
        </p:nvSpPr>
        <p:spPr>
          <a:xfrm>
            <a:off x="673331" y="3303360"/>
            <a:ext cx="12811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/>
              <a:t>Normal Case</a:t>
            </a:r>
            <a:endParaRPr lang="zh-TW" altLang="en-US" b="1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27551F9A-61B9-8A7E-7E96-793F5F79A36E}"/>
              </a:ext>
            </a:extLst>
          </p:cNvPr>
          <p:cNvSpPr txBox="1"/>
          <p:nvPr/>
        </p:nvSpPr>
        <p:spPr>
          <a:xfrm>
            <a:off x="8046720" y="2006797"/>
            <a:ext cx="1168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/>
              <a:t>Imbalanced</a:t>
            </a:r>
            <a:endParaRPr lang="zh-TW" altLang="en-US" b="1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C37C91EF-6940-0DEE-BFDB-4A288468E428}"/>
              </a:ext>
            </a:extLst>
          </p:cNvPr>
          <p:cNvSpPr txBox="1"/>
          <p:nvPr/>
        </p:nvSpPr>
        <p:spPr>
          <a:xfrm>
            <a:off x="8017064" y="3556155"/>
            <a:ext cx="122822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/>
              <a:t>Imbalanced</a:t>
            </a:r>
          </a:p>
          <a:p>
            <a:pPr algn="ctr"/>
            <a:r>
              <a:rPr lang="en-US" altLang="zh-TW" b="1"/>
              <a:t>&amp;</a:t>
            </a:r>
          </a:p>
          <a:p>
            <a:pPr algn="ctr"/>
            <a:r>
              <a:rPr lang="en-US" altLang="zh-TW" b="1"/>
              <a:t>Augmention</a:t>
            </a:r>
            <a:endParaRPr lang="zh-TW" altLang="en-US" b="1"/>
          </a:p>
        </p:txBody>
      </p: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A0486706-F089-BF70-C99F-EF0E54E95782}"/>
              </a:ext>
            </a:extLst>
          </p:cNvPr>
          <p:cNvCxnSpPr>
            <a:stCxn id="7" idx="3"/>
            <a:endCxn id="10" idx="1"/>
          </p:cNvCxnSpPr>
          <p:nvPr/>
        </p:nvCxnSpPr>
        <p:spPr>
          <a:xfrm flipV="1">
            <a:off x="3433155" y="2314690"/>
            <a:ext cx="468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B2D0DB4F-7B0B-4C7B-6682-7BFB93A0C841}"/>
              </a:ext>
            </a:extLst>
          </p:cNvPr>
          <p:cNvCxnSpPr>
            <a:stCxn id="7" idx="3"/>
            <a:endCxn id="15" idx="1"/>
          </p:cNvCxnSpPr>
          <p:nvPr/>
        </p:nvCxnSpPr>
        <p:spPr>
          <a:xfrm>
            <a:off x="3433156" y="2316560"/>
            <a:ext cx="490449" cy="190689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2423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6735A-2CF9-8907-6C57-F94AB06C5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82;p91">
            <a:extLst>
              <a:ext uri="{FF2B5EF4-FFF2-40B4-BE49-F238E27FC236}">
                <a16:creationId xmlns:a16="http://schemas.microsoft.com/office/drawing/2014/main" id="{51804BCA-8078-EB35-8488-D0432AF5769C}"/>
              </a:ext>
            </a:extLst>
          </p:cNvPr>
          <p:cNvSpPr txBox="1"/>
          <p:nvPr/>
        </p:nvSpPr>
        <p:spPr>
          <a:xfrm>
            <a:off x="286200" y="149624"/>
            <a:ext cx="88578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b="1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DL Task – Efficient RES-CNN</a:t>
            </a:r>
            <a:endParaRPr sz="2800" b="1">
              <a:solidFill>
                <a:schemeClr val="accent2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" name="Google Shape;583;p91">
            <a:extLst>
              <a:ext uri="{FF2B5EF4-FFF2-40B4-BE49-F238E27FC236}">
                <a16:creationId xmlns:a16="http://schemas.microsoft.com/office/drawing/2014/main" id="{FB77E4C9-5482-EB22-A395-ABF56B0F766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2000" b="1" smtClean="0"/>
              <a:t>11</a:t>
            </a:fld>
            <a:endParaRPr lang="en-US" sz="2000" b="1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7C21014-B2A1-94F8-5784-41FB0763E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6" y="2241381"/>
            <a:ext cx="7473142" cy="2902119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727878EE-2DB0-57DD-0302-5990D3D2B56E}"/>
              </a:ext>
            </a:extLst>
          </p:cNvPr>
          <p:cNvSpPr txBox="1"/>
          <p:nvPr/>
        </p:nvSpPr>
        <p:spPr>
          <a:xfrm>
            <a:off x="286200" y="847898"/>
            <a:ext cx="57438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Validation</a:t>
            </a:r>
            <a:r>
              <a:rPr lang="zh-TW" altLang="en-US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 比 </a:t>
            </a:r>
            <a:r>
              <a:rPr lang="en-US" altLang="zh-TW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training</a:t>
            </a:r>
            <a:r>
              <a:rPr lang="zh-TW" altLang="en-US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 的結果還要好</a:t>
            </a:r>
            <a:r>
              <a:rPr lang="en-US" altLang="zh-TW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Dropout can bring better prediction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Train set and validation set have different ascept.</a:t>
            </a:r>
            <a:endParaRPr lang="zh-TW" altLang="en-US" sz="1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91242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96"/>
          <p:cNvSpPr txBox="1">
            <a:spLocks noGrp="1"/>
          </p:cNvSpPr>
          <p:nvPr>
            <p:ph type="title"/>
          </p:nvPr>
        </p:nvSpPr>
        <p:spPr>
          <a:xfrm>
            <a:off x="584284" y="2111498"/>
            <a:ext cx="7972500" cy="127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800" b="1"/>
              <a:t>Thank you for your listening</a:t>
            </a:r>
            <a:endParaRPr sz="4800" b="1"/>
          </a:p>
        </p:txBody>
      </p:sp>
      <p:sp>
        <p:nvSpPr>
          <p:cNvPr id="617" name="Google Shape;617;p96"/>
          <p:cNvSpPr txBox="1">
            <a:spLocks noGrp="1"/>
          </p:cNvSpPr>
          <p:nvPr>
            <p:ph type="sldNum" idx="4294967295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2000" b="1"/>
              <a:t>12</a:t>
            </a:fld>
            <a:endParaRPr sz="20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 Research Center XL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FFFF"/>
      </a:accent1>
      <a:accent2>
        <a:srgbClr val="000000"/>
      </a:accent2>
      <a:accent3>
        <a:srgbClr val="F3F3F3"/>
      </a:accent3>
      <a:accent4>
        <a:srgbClr val="999999"/>
      </a:accent4>
      <a:accent5>
        <a:srgbClr val="CCCCCC"/>
      </a:accent5>
      <a:accent6>
        <a:srgbClr val="E4E4E4"/>
      </a:accent6>
      <a:hlink>
        <a:srgbClr val="000000"/>
      </a:hlink>
      <a:folHlink>
        <a:srgbClr val="0097A7"/>
      </a:folHlink>
    </a:clrScheme>
    <a:fontScheme name="自訂 1">
      <a:majorFont>
        <a:latin typeface="Times New Roman"/>
        <a:ea typeface="微軟正黑體"/>
        <a:cs typeface=""/>
      </a:majorFont>
      <a:minorFont>
        <a:latin typeface="Times New Roman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5825</TotalTime>
  <Words>910</Words>
  <Application>Microsoft Office PowerPoint</Application>
  <PresentationFormat>如螢幕大小 (16:9)</PresentationFormat>
  <Paragraphs>242</Paragraphs>
  <Slides>12</Slides>
  <Notes>11</Notes>
  <HiddenSlides>0</HiddenSlides>
  <MMClips>2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12</vt:i4>
      </vt:variant>
    </vt:vector>
  </HeadingPairs>
  <TitlesOfParts>
    <vt:vector size="24" baseType="lpstr">
      <vt:lpstr>Fira Sans Condensed ExtraBold</vt:lpstr>
      <vt:lpstr>Arial</vt:lpstr>
      <vt:lpstr>Times New Roman</vt:lpstr>
      <vt:lpstr>標楷體</vt:lpstr>
      <vt:lpstr>微軟正黑體</vt:lpstr>
      <vt:lpstr>微軟正黑體</vt:lpstr>
      <vt:lpstr>Wingdings</vt:lpstr>
      <vt:lpstr>Muli</vt:lpstr>
      <vt:lpstr>Fira Sans Condensed</vt:lpstr>
      <vt:lpstr>Cambria Math</vt:lpstr>
      <vt:lpstr>Simple Light</vt:lpstr>
      <vt:lpstr>White Research Center XL by Slidesgo</vt:lpstr>
      <vt:lpstr>PowerPoint 簡報</vt:lpstr>
      <vt:lpstr>PowerPoint 簡報</vt:lpstr>
      <vt:lpstr>資料擴充 - Noise addition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Thank you for your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楊貽婷</cp:lastModifiedBy>
  <cp:revision>56</cp:revision>
  <dcterms:modified xsi:type="dcterms:W3CDTF">2025-12-11T07:52:30Z</dcterms:modified>
</cp:coreProperties>
</file>